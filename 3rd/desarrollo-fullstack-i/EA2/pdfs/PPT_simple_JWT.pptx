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JWT?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significa JSON Web Token.</a:t>
            </a:r>
          </a:p>
          <a:p/>
          <a:p>
            <a:r>
              <a:t>Es un formato estándar para representar identidad, autenticación y autorización mediante un token.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Principal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 vez de guardar sesiones en el servidor, el servidor entrega un token que contiene la información del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contiene un JWT?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usuario</a:t>
            </a:r>
          </a:p>
          <a:p>
            <a:r>
              <a:t>- rol</a:t>
            </a:r>
          </a:p>
          <a:p>
            <a:r>
              <a:t>- fecha de expiración</a:t>
            </a:r>
          </a:p>
          <a:p>
            <a:r>
              <a:t>- emisor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HEADER.PAYLOAD.SIGNATURE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Indica:</a:t>
            </a:r>
          </a:p>
          <a:p>
            <a:r>
              <a:t>- tipo de token</a:t>
            </a:r>
          </a:p>
          <a:p>
            <a:r>
              <a:t>- algoritmo de firma</a:t>
            </a:r>
          </a:p>
          <a:p/>
          <a:p>
            <a:r>
              <a:t>Ejemplo:</a:t>
            </a:r>
          </a:p>
          <a:p>
            <a:r>
              <a:t>{</a:t>
            </a:r>
          </a:p>
          <a:p>
            <a:r>
              <a:t>  'alg': 'HS256',</a:t>
            </a:r>
          </a:p>
          <a:p>
            <a:r>
              <a:t>  'typ': 'JWT'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Contiene los datos del usuario.</a:t>
            </a:r>
          </a:p>
          <a:p/>
          <a:p>
            <a:r>
              <a:t>Ejemplo:</a:t>
            </a:r>
          </a:p>
          <a:p>
            <a:r>
              <a:t>{</a:t>
            </a:r>
          </a:p>
          <a:p>
            <a:r>
              <a:t> 'sub':'admin',</a:t>
            </a:r>
          </a:p>
          <a:p>
            <a:r>
              <a:t> 'role':'ADMIN',</a:t>
            </a:r>
          </a:p>
          <a:p>
            <a:r>
              <a:t> 'exp':1710000000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la firma digital.</a:t>
            </a:r>
          </a:p>
          <a:p>
            <a:r>
              <a:t>Se genera usando:</a:t>
            </a:r>
          </a:p>
          <a:p>
            <a:r>
              <a:t>- header</a:t>
            </a:r>
          </a:p>
          <a:p>
            <a:r>
              <a:t>- payload</a:t>
            </a:r>
          </a:p>
          <a:p>
            <a:r>
              <a:t>- clave secreta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HEADER.PAYLOAD.SIGNATURE</a:t>
            </a:r>
          </a:p>
          <a:p/>
          <a:p>
            <a:r>
              <a:t>Ejemplo:</a:t>
            </a:r>
          </a:p>
          <a:p>
            <a:r>
              <a:t>eyJhbGciOiJIUzI1NiJ9...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¿Para qué sirve?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que otros sistemas sepan:</a:t>
            </a:r>
          </a:p>
          <a:p>
            <a:r>
              <a:t>- quién eres</a:t>
            </a:r>
          </a:p>
          <a:p>
            <a:r>
              <a:t>- qué permisos tienes</a:t>
            </a:r>
          </a:p>
          <a:p>
            <a:r>
              <a:t>- si el token es válido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Login</a:t>
            </a:r>
          </a:p>
          <a:p>
            <a:r>
              <a:t>2. Servidor valida</a:t>
            </a:r>
          </a:p>
          <a:p>
            <a:r>
              <a:t>3. Genera JWT</a:t>
            </a:r>
          </a:p>
          <a:p>
            <a:r>
              <a:t>4. Cliente guarda token</a:t>
            </a:r>
          </a:p>
          <a:p>
            <a:r>
              <a:t>5. Cliente usa token</a:t>
            </a:r>
          </a:p>
          <a:p>
            <a:r>
              <a:t>6. APIs validan token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Bearer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Authorization: Bearer TOKEN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es importante la firma?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Evita que alguien modifique el token.</a:t>
            </a:r>
          </a:p>
          <a:p>
            <a:r>
              <a:t>Si alguien cambia el rol o usuario, la firma deja de coincidir.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NO está encriptado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normalmente NO oculta información.</a:t>
            </a:r>
          </a:p>
          <a:p>
            <a:r>
              <a:t>La firma protege que no sea modificado.</a:t>
            </a:r>
          </a:p>
          <a:p>
            <a:r>
              <a:t>No deben guardarse passwords ni datos sensibles.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y Microservicios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login</a:t>
            </a:r>
          </a:p>
          <a:p>
            <a:r>
              <a:t>1 token</a:t>
            </a:r>
          </a:p>
          <a:p>
            <a:r>
              <a:t>muchas APIs</a:t>
            </a:r>
          </a:p>
          <a:p/>
          <a:p>
            <a:r>
              <a:t>login-service crea el token.</a:t>
            </a:r>
          </a:p>
          <a:p>
            <a:r>
              <a:t>pagos-service y fiesta-service lo validan.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Stateless</a:t>
            </a:r>
          </a:p>
          <a:p>
            <a:r>
              <a:t>- Escalable</a:t>
            </a:r>
          </a:p>
          <a:p>
            <a:r>
              <a:t>- Ideal para microservicios</a:t>
            </a:r>
          </a:p>
          <a:p>
            <a:r>
              <a:t>- No requiere sesiones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Desventajas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roban el token pueden usarlo hasta que expire.</a:t>
            </a:r>
          </a:p>
          <a:p>
            <a:r>
              <a:t>Por eso se recomienda:</a:t>
            </a:r>
          </a:p>
          <a:p>
            <a:r>
              <a:t>- HTTPS</a:t>
            </a:r>
          </a:p>
          <a:p>
            <a:r>
              <a:t>- expiración corta</a:t>
            </a:r>
          </a:p>
          <a:p>
            <a:r>
              <a:t>- refresh tokens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es un token firmado digitalmente que representa la identidad y permisos de un usuario.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