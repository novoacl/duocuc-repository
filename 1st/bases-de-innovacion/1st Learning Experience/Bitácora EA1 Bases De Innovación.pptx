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Roboto Medium"/>
      <p:regular r:id="rId28"/>
      <p:bold r:id="rId29"/>
      <p:italic r:id="rId30"/>
      <p:boldItalic r:id="rId31"/>
    </p:embeddedFont>
    <p:embeddedFont>
      <p:font typeface="Mukta"/>
      <p:regular r:id="rId32"/>
      <p:bold r:id="rId33"/>
    </p:embeddedFont>
    <p:embeddedFont>
      <p:font typeface="Cabin"/>
      <p:regular r:id="rId34"/>
      <p:bold r:id="rId35"/>
      <p:italic r:id="rId36"/>
      <p:boldItalic r:id="rId37"/>
    </p:embeddedFont>
    <p:embeddedFont>
      <p:font typeface="Inter"/>
      <p:regular r:id="rId38"/>
      <p:bold r:id="rId39"/>
      <p:italic r:id="rId40"/>
      <p:boldItalic r:id="rId41"/>
    </p:embeddedFont>
    <p:embeddedFont>
      <p:font typeface="Roboto Light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h5XY4gLEOTBH4gK1Te5jezIslD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75F0A2-F9CF-4E25-9378-95F343FBEE35}">
  <a:tblStyle styleId="{3E75F0A2-F9CF-4E25-9378-95F343FBEE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64B9E84-D1A6-4562-8E1E-CA39BC12AF2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Roboto-italic.fntdata"/><Relationship Id="rId13" Type="http://schemas.openxmlformats.org/officeDocument/2006/relationships/slide" Target="slides/slide8.xml"/><Relationship Id="rId39" Type="http://schemas.openxmlformats.org/officeDocument/2006/relationships/font" Target="fonts/Inter-bold.fntdata"/><Relationship Id="rId18" Type="http://schemas.openxmlformats.org/officeDocument/2006/relationships/slide" Target="slides/slide13.xml"/><Relationship Id="rId42" Type="http://schemas.openxmlformats.org/officeDocument/2006/relationships/font" Target="fonts/RobotoLight-regular.fntdata"/><Relationship Id="rId21" Type="http://schemas.openxmlformats.org/officeDocument/2006/relationships/slide" Target="slides/slide16.xml"/><Relationship Id="rId34" Type="http://schemas.openxmlformats.org/officeDocument/2006/relationships/font" Target="fonts/Cabin-regular.fntdata"/><Relationship Id="rId47" Type="http://schemas.openxmlformats.org/officeDocument/2006/relationships/customXml" Target="../customXml/item1.xml"/><Relationship Id="rId7" Type="http://schemas.openxmlformats.org/officeDocument/2006/relationships/slide" Target="slides/slide2.xml"/><Relationship Id="rId2" Type="http://schemas.openxmlformats.org/officeDocument/2006/relationships/presProps" Target="presProps.xml"/><Relationship Id="rId29" Type="http://schemas.openxmlformats.org/officeDocument/2006/relationships/font" Target="fonts/RobotoMedium-bold.fntdata"/><Relationship Id="rId16" Type="http://schemas.openxmlformats.org/officeDocument/2006/relationships/slide" Target="slides/slide11.xml"/><Relationship Id="rId40" Type="http://schemas.openxmlformats.org/officeDocument/2006/relationships/font" Target="fonts/Inter-italic.fntdata"/><Relationship Id="rId24" Type="http://schemas.openxmlformats.org/officeDocument/2006/relationships/font" Target="fonts/Roboto-regular.fntdata"/><Relationship Id="rId45" Type="http://schemas.openxmlformats.org/officeDocument/2006/relationships/font" Target="fonts/RobotoLight-boldItalic.fntdata"/><Relationship Id="rId11" Type="http://schemas.openxmlformats.org/officeDocument/2006/relationships/slide" Target="slides/slide6.xml"/><Relationship Id="rId32" Type="http://schemas.openxmlformats.org/officeDocument/2006/relationships/font" Target="fonts/Mukta-regular.fntdata"/><Relationship Id="rId37" Type="http://schemas.openxmlformats.org/officeDocument/2006/relationships/font" Target="fonts/Cabin-boldItalic.fntdata"/><Relationship Id="rId23" Type="http://schemas.openxmlformats.org/officeDocument/2006/relationships/slide" Target="slides/slide18.xml"/><Relationship Id="rId28" Type="http://schemas.openxmlformats.org/officeDocument/2006/relationships/font" Target="fonts/RobotoMedium-regular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36" Type="http://schemas.openxmlformats.org/officeDocument/2006/relationships/font" Target="fonts/Cabin-italic.fntdata"/><Relationship Id="rId49" Type="http://schemas.openxmlformats.org/officeDocument/2006/relationships/customXml" Target="../customXml/item3.xml"/><Relationship Id="rId44" Type="http://schemas.openxmlformats.org/officeDocument/2006/relationships/font" Target="fonts/RobotoLight-italic.fntdata"/><Relationship Id="rId31" Type="http://schemas.openxmlformats.org/officeDocument/2006/relationships/font" Target="fonts/RobotoMedium-boldItalic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slide" Target="slides/slide17.xml"/><Relationship Id="rId43" Type="http://schemas.openxmlformats.org/officeDocument/2006/relationships/font" Target="fonts/RobotoLight-bold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font" Target="fonts/Roboto-boldItalic.fntdata"/><Relationship Id="rId30" Type="http://schemas.openxmlformats.org/officeDocument/2006/relationships/font" Target="fonts/RobotoMedium-italic.fntdata"/><Relationship Id="rId35" Type="http://schemas.openxmlformats.org/officeDocument/2006/relationships/font" Target="fonts/Cabin-bold.fntdata"/><Relationship Id="rId14" Type="http://schemas.openxmlformats.org/officeDocument/2006/relationships/slide" Target="slides/slide9.xml"/><Relationship Id="rId48" Type="http://schemas.openxmlformats.org/officeDocument/2006/relationships/customXml" Target="../customXml/item2.xml"/><Relationship Id="rId8" Type="http://schemas.openxmlformats.org/officeDocument/2006/relationships/slide" Target="slides/slide3.xml"/><Relationship Id="rId3" Type="http://schemas.openxmlformats.org/officeDocument/2006/relationships/tableStyles" Target="tableStyles.xml"/><Relationship Id="rId46" Type="http://customschemas.google.com/relationships/presentationmetadata" Target="metadata"/><Relationship Id="rId25" Type="http://schemas.openxmlformats.org/officeDocument/2006/relationships/font" Target="fonts/Roboto-bold.fntdata"/><Relationship Id="rId33" Type="http://schemas.openxmlformats.org/officeDocument/2006/relationships/font" Target="fonts/Mukta-bold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8" Type="http://schemas.openxmlformats.org/officeDocument/2006/relationships/font" Target="fonts/Inter-regular.fntdata"/><Relationship Id="rId20" Type="http://schemas.openxmlformats.org/officeDocument/2006/relationships/slide" Target="slides/slide15.xml"/><Relationship Id="rId41" Type="http://schemas.openxmlformats.org/officeDocument/2006/relationships/font" Target="fonts/Inter-boldItalic.fntdata"/><Relationship Id="rId1" Type="http://schemas.openxmlformats.org/officeDocument/2006/relationships/theme" Target="theme/theme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3" name="Google Shape;33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210c04b1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g3210c04b1f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2127ce18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2127ce18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2127ce18c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2127ce18c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2127ce18c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2127ce18c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2127ce18c5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2127ce18c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2127ce18c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2127ce18c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210c04b1f9_0_5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3210c04b1f9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210c04b1f9_0_6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3210c04b1f9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210c04b1f9_0_6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g3210c04b1f9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210c04b1f9_0_75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210c04b1f9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2127ce18c5_0_1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2127ce18c5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2127ce18c5_0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2127ce18c5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2127ce18c5_0_2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32127ce18c5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1e1a4ee5b3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1e1a4ee5b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9" name="Google Shape;29;p13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6" name="Google Shape;36;p15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7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44" name="Google Shape;44;p17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45" name="Google Shape;45;p17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52" name="Google Shape;52;p19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"/>
          <p:cNvGrpSpPr/>
          <p:nvPr/>
        </p:nvGrpSpPr>
        <p:grpSpPr>
          <a:xfrm>
            <a:off x="6096000" y="2048563"/>
            <a:ext cx="5384508" cy="3082569"/>
            <a:chOff x="2553878" y="2422103"/>
            <a:chExt cx="4038381" cy="2311927"/>
          </a:xfrm>
        </p:grpSpPr>
        <p:sp>
          <p:nvSpPr>
            <p:cNvPr id="59" name="Google Shape;59;p1"/>
            <p:cNvSpPr/>
            <p:nvPr/>
          </p:nvSpPr>
          <p:spPr>
            <a:xfrm>
              <a:off x="3910378" y="2683739"/>
              <a:ext cx="114752" cy="149086"/>
            </a:xfrm>
            <a:custGeom>
              <a:rect b="b" l="l" r="r" t="t"/>
              <a:pathLst>
                <a:path extrusionOk="0" h="4403" w="3389">
                  <a:moveTo>
                    <a:pt x="0" y="1"/>
                  </a:moveTo>
                  <a:lnTo>
                    <a:pt x="3389" y="4403"/>
                  </a:lnTo>
                  <a:lnTo>
                    <a:pt x="3389" y="4055"/>
                  </a:lnTo>
                  <a:lnTo>
                    <a:pt x="539" y="318"/>
                  </a:lnTo>
                  <a:cubicBezTo>
                    <a:pt x="349" y="223"/>
                    <a:pt x="190" y="96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3816010" y="2647306"/>
              <a:ext cx="209119" cy="271320"/>
            </a:xfrm>
            <a:custGeom>
              <a:rect b="b" l="l" r="r" t="t"/>
              <a:pathLst>
                <a:path extrusionOk="0" h="8013" w="6176">
                  <a:moveTo>
                    <a:pt x="0" y="0"/>
                  </a:moveTo>
                  <a:lnTo>
                    <a:pt x="6176" y="8012"/>
                  </a:lnTo>
                  <a:lnTo>
                    <a:pt x="6176" y="7664"/>
                  </a:lnTo>
                  <a:lnTo>
                    <a:pt x="349" y="64"/>
                  </a:lnTo>
                  <a:cubicBezTo>
                    <a:pt x="254" y="64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3744159" y="2638705"/>
              <a:ext cx="280970" cy="365688"/>
            </a:xfrm>
            <a:custGeom>
              <a:rect b="b" l="l" r="r" t="t"/>
              <a:pathLst>
                <a:path extrusionOk="0" h="10800" w="8298">
                  <a:moveTo>
                    <a:pt x="1" y="1"/>
                  </a:moveTo>
                  <a:lnTo>
                    <a:pt x="8298" y="10800"/>
                  </a:lnTo>
                  <a:lnTo>
                    <a:pt x="8298" y="104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3681958" y="2641922"/>
              <a:ext cx="343171" cy="448273"/>
            </a:xfrm>
            <a:custGeom>
              <a:rect b="b" l="l" r="r" t="t"/>
              <a:pathLst>
                <a:path extrusionOk="0" h="13239" w="10135">
                  <a:moveTo>
                    <a:pt x="254" y="1"/>
                  </a:moveTo>
                  <a:cubicBezTo>
                    <a:pt x="159" y="1"/>
                    <a:pt x="96" y="33"/>
                    <a:pt x="1" y="33"/>
                  </a:cubicBezTo>
                  <a:lnTo>
                    <a:pt x="10135" y="13238"/>
                  </a:lnTo>
                  <a:lnTo>
                    <a:pt x="10135" y="1285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3627274" y="2654789"/>
              <a:ext cx="397855" cy="516907"/>
            </a:xfrm>
            <a:custGeom>
              <a:rect b="b" l="l" r="r" t="t"/>
              <a:pathLst>
                <a:path extrusionOk="0" h="15266" w="11750">
                  <a:moveTo>
                    <a:pt x="222" y="1"/>
                  </a:moveTo>
                  <a:cubicBezTo>
                    <a:pt x="159" y="33"/>
                    <a:pt x="64" y="64"/>
                    <a:pt x="1" y="96"/>
                  </a:cubicBezTo>
                  <a:lnTo>
                    <a:pt x="11687" y="15265"/>
                  </a:lnTo>
                  <a:lnTo>
                    <a:pt x="11750" y="15170"/>
                  </a:lnTo>
                  <a:lnTo>
                    <a:pt x="11750" y="1501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3577940" y="2676256"/>
              <a:ext cx="416106" cy="538340"/>
            </a:xfrm>
            <a:custGeom>
              <a:rect b="b" l="l" r="r" t="t"/>
              <a:pathLst>
                <a:path extrusionOk="0" h="15899" w="12289">
                  <a:moveTo>
                    <a:pt x="191" y="0"/>
                  </a:moveTo>
                  <a:cubicBezTo>
                    <a:pt x="128" y="32"/>
                    <a:pt x="64" y="64"/>
                    <a:pt x="1" y="95"/>
                  </a:cubicBezTo>
                  <a:lnTo>
                    <a:pt x="12162" y="15898"/>
                  </a:lnTo>
                  <a:cubicBezTo>
                    <a:pt x="12194" y="15835"/>
                    <a:pt x="12257" y="15771"/>
                    <a:pt x="12289" y="1570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3533990" y="2703039"/>
              <a:ext cx="422539" cy="545857"/>
            </a:xfrm>
            <a:custGeom>
              <a:rect b="b" l="l" r="r" t="t"/>
              <a:pathLst>
                <a:path extrusionOk="0" h="16121" w="12479">
                  <a:moveTo>
                    <a:pt x="190" y="1"/>
                  </a:moveTo>
                  <a:lnTo>
                    <a:pt x="0" y="128"/>
                  </a:lnTo>
                  <a:lnTo>
                    <a:pt x="12320" y="16120"/>
                  </a:lnTo>
                  <a:cubicBezTo>
                    <a:pt x="12351" y="16089"/>
                    <a:pt x="12415" y="16057"/>
                    <a:pt x="12478" y="1599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3495390" y="2736290"/>
              <a:ext cx="418239" cy="541557"/>
            </a:xfrm>
            <a:custGeom>
              <a:rect b="b" l="l" r="r" t="t"/>
              <a:pathLst>
                <a:path extrusionOk="0" h="15994" w="12352">
                  <a:moveTo>
                    <a:pt x="159" y="1"/>
                  </a:moveTo>
                  <a:cubicBezTo>
                    <a:pt x="95" y="64"/>
                    <a:pt x="32" y="127"/>
                    <a:pt x="0" y="159"/>
                  </a:cubicBezTo>
                  <a:lnTo>
                    <a:pt x="12161" y="15994"/>
                  </a:lnTo>
                  <a:cubicBezTo>
                    <a:pt x="12225" y="15962"/>
                    <a:pt x="12288" y="15930"/>
                    <a:pt x="12351" y="15899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3461056" y="2777057"/>
              <a:ext cx="405372" cy="523306"/>
            </a:xfrm>
            <a:custGeom>
              <a:rect b="b" l="l" r="r" t="t"/>
              <a:pathLst>
                <a:path extrusionOk="0" h="15455" w="11972">
                  <a:moveTo>
                    <a:pt x="128" y="0"/>
                  </a:moveTo>
                  <a:cubicBezTo>
                    <a:pt x="96" y="63"/>
                    <a:pt x="33" y="127"/>
                    <a:pt x="1" y="190"/>
                  </a:cubicBezTo>
                  <a:lnTo>
                    <a:pt x="11750" y="15455"/>
                  </a:lnTo>
                  <a:lnTo>
                    <a:pt x="11972" y="1539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3432105" y="2824224"/>
              <a:ext cx="380722" cy="491139"/>
            </a:xfrm>
            <a:custGeom>
              <a:rect b="b" l="l" r="r" t="t"/>
              <a:pathLst>
                <a:path extrusionOk="0" h="14505" w="11244">
                  <a:moveTo>
                    <a:pt x="128" y="1"/>
                  </a:moveTo>
                  <a:cubicBezTo>
                    <a:pt x="96" y="64"/>
                    <a:pt x="33" y="159"/>
                    <a:pt x="1" y="222"/>
                  </a:cubicBezTo>
                  <a:lnTo>
                    <a:pt x="10990" y="14505"/>
                  </a:lnTo>
                  <a:cubicBezTo>
                    <a:pt x="11085" y="14505"/>
                    <a:pt x="11148" y="14473"/>
                    <a:pt x="11243" y="14473"/>
                  </a:cubicBezTo>
                  <a:lnTo>
                    <a:pt x="1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3410672" y="2879991"/>
              <a:ext cx="342088" cy="441805"/>
            </a:xfrm>
            <a:custGeom>
              <a:rect b="b" l="l" r="r" t="t"/>
              <a:pathLst>
                <a:path extrusionOk="0" h="13048" w="10103">
                  <a:moveTo>
                    <a:pt x="96" y="0"/>
                  </a:moveTo>
                  <a:cubicBezTo>
                    <a:pt x="64" y="95"/>
                    <a:pt x="32" y="190"/>
                    <a:pt x="1" y="285"/>
                  </a:cubicBezTo>
                  <a:lnTo>
                    <a:pt x="9818" y="13048"/>
                  </a:lnTo>
                  <a:lnTo>
                    <a:pt x="10103" y="13048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3398889" y="2948626"/>
              <a:ext cx="284187" cy="368905"/>
            </a:xfrm>
            <a:custGeom>
              <a:rect b="b" l="l" r="r" t="t"/>
              <a:pathLst>
                <a:path extrusionOk="0" h="10895" w="8393">
                  <a:moveTo>
                    <a:pt x="32" y="0"/>
                  </a:moveTo>
                  <a:cubicBezTo>
                    <a:pt x="32" y="95"/>
                    <a:pt x="32" y="222"/>
                    <a:pt x="0" y="317"/>
                  </a:cubicBezTo>
                  <a:lnTo>
                    <a:pt x="8076" y="10831"/>
                  </a:lnTo>
                  <a:cubicBezTo>
                    <a:pt x="8202" y="10831"/>
                    <a:pt x="8297" y="10863"/>
                    <a:pt x="8392" y="1089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3403155" y="3038693"/>
              <a:ext cx="194119" cy="252020"/>
            </a:xfrm>
            <a:custGeom>
              <a:rect b="b" l="l" r="r" t="t"/>
              <a:pathLst>
                <a:path extrusionOk="0" h="7443" w="5733">
                  <a:moveTo>
                    <a:pt x="1" y="0"/>
                  </a:moveTo>
                  <a:lnTo>
                    <a:pt x="1" y="0"/>
                  </a:lnTo>
                  <a:cubicBezTo>
                    <a:pt x="33" y="159"/>
                    <a:pt x="64" y="317"/>
                    <a:pt x="96" y="475"/>
                  </a:cubicBezTo>
                  <a:lnTo>
                    <a:pt x="5290" y="7221"/>
                  </a:lnTo>
                  <a:cubicBezTo>
                    <a:pt x="5448" y="7284"/>
                    <a:pt x="5575" y="7379"/>
                    <a:pt x="5733" y="7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3465356" y="4609628"/>
              <a:ext cx="2510313" cy="124402"/>
            </a:xfrm>
            <a:custGeom>
              <a:rect b="b" l="l" r="r" t="t"/>
              <a:pathLst>
                <a:path extrusionOk="0" h="3674" w="74138">
                  <a:moveTo>
                    <a:pt x="37085" y="0"/>
                  </a:moveTo>
                  <a:cubicBezTo>
                    <a:pt x="16595" y="0"/>
                    <a:pt x="1" y="824"/>
                    <a:pt x="1" y="1837"/>
                  </a:cubicBezTo>
                  <a:cubicBezTo>
                    <a:pt x="1" y="2850"/>
                    <a:pt x="16595" y="3674"/>
                    <a:pt x="37085" y="3674"/>
                  </a:cubicBezTo>
                  <a:cubicBezTo>
                    <a:pt x="57543" y="3674"/>
                    <a:pt x="74138" y="2850"/>
                    <a:pt x="74138" y="1837"/>
                  </a:cubicBezTo>
                  <a:cubicBezTo>
                    <a:pt x="74138" y="824"/>
                    <a:pt x="57543" y="0"/>
                    <a:pt x="370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219054" y="2870341"/>
              <a:ext cx="18284" cy="27901"/>
            </a:xfrm>
            <a:custGeom>
              <a:rect b="b" l="l" r="r" t="t"/>
              <a:pathLst>
                <a:path extrusionOk="0" h="824" w="54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381" y="824"/>
                    <a:pt x="476" y="729"/>
                    <a:pt x="539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219054" y="3051560"/>
              <a:ext cx="13984" cy="10767"/>
            </a:xfrm>
            <a:custGeom>
              <a:rect b="b" l="l" r="r" t="t"/>
              <a:pathLst>
                <a:path extrusionOk="0" h="318" w="413">
                  <a:moveTo>
                    <a:pt x="1" y="0"/>
                  </a:moveTo>
                  <a:cubicBezTo>
                    <a:pt x="33" y="190"/>
                    <a:pt x="159" y="317"/>
                    <a:pt x="286" y="317"/>
                  </a:cubicBezTo>
                  <a:cubicBezTo>
                    <a:pt x="349" y="317"/>
                    <a:pt x="381" y="317"/>
                    <a:pt x="413" y="285"/>
                  </a:cubicBezTo>
                  <a:cubicBezTo>
                    <a:pt x="349" y="222"/>
                    <a:pt x="191" y="127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219054" y="3090160"/>
              <a:ext cx="9684" cy="20418"/>
            </a:xfrm>
            <a:custGeom>
              <a:rect b="b" l="l" r="r" t="t"/>
              <a:pathLst>
                <a:path extrusionOk="0" h="603" w="286">
                  <a:moveTo>
                    <a:pt x="286" y="0"/>
                  </a:moveTo>
                  <a:cubicBezTo>
                    <a:pt x="128" y="0"/>
                    <a:pt x="1" y="159"/>
                    <a:pt x="1" y="412"/>
                  </a:cubicBezTo>
                  <a:cubicBezTo>
                    <a:pt x="1" y="475"/>
                    <a:pt x="1" y="539"/>
                    <a:pt x="33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202971" y="2813490"/>
              <a:ext cx="3251" cy="1117"/>
            </a:xfrm>
            <a:custGeom>
              <a:rect b="b" l="l" r="r" t="t"/>
              <a:pathLst>
                <a:path extrusionOk="0" h="33" w="96">
                  <a:moveTo>
                    <a:pt x="1" y="1"/>
                  </a:moveTo>
                  <a:cubicBezTo>
                    <a:pt x="32" y="1"/>
                    <a:pt x="64" y="33"/>
                    <a:pt x="96" y="33"/>
                  </a:cubicBezTo>
                  <a:cubicBezTo>
                    <a:pt x="64" y="33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137553" y="2821007"/>
              <a:ext cx="19368" cy="22551"/>
            </a:xfrm>
            <a:custGeom>
              <a:rect b="b" l="l" r="r" t="t"/>
              <a:pathLst>
                <a:path extrusionOk="0" h="666" w="572">
                  <a:moveTo>
                    <a:pt x="64" y="1"/>
                  </a:moveTo>
                  <a:cubicBezTo>
                    <a:pt x="1" y="64"/>
                    <a:pt x="1" y="159"/>
                    <a:pt x="1" y="254"/>
                  </a:cubicBezTo>
                  <a:cubicBezTo>
                    <a:pt x="1" y="476"/>
                    <a:pt x="128" y="666"/>
                    <a:pt x="286" y="666"/>
                  </a:cubicBezTo>
                  <a:cubicBezTo>
                    <a:pt x="444" y="666"/>
                    <a:pt x="571" y="476"/>
                    <a:pt x="571" y="254"/>
                  </a:cubicBezTo>
                  <a:cubicBezTo>
                    <a:pt x="571" y="159"/>
                    <a:pt x="539" y="64"/>
                    <a:pt x="4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178321" y="2815657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7" y="0"/>
                  </a:moveTo>
                  <a:cubicBezTo>
                    <a:pt x="285" y="0"/>
                    <a:pt x="254" y="32"/>
                    <a:pt x="222" y="32"/>
                  </a:cubicBezTo>
                  <a:cubicBezTo>
                    <a:pt x="95" y="64"/>
                    <a:pt x="0" y="222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6157937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6199754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6137553" y="2870341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6178321" y="287034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6157937" y="289820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6199754" y="2898208"/>
              <a:ext cx="19334" cy="23634"/>
            </a:xfrm>
            <a:custGeom>
              <a:rect b="b" l="l" r="r" t="t"/>
              <a:pathLst>
                <a:path extrusionOk="0" h="698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507"/>
                    <a:pt x="32" y="634"/>
                    <a:pt x="64" y="697"/>
                  </a:cubicBezTo>
                  <a:cubicBezTo>
                    <a:pt x="254" y="539"/>
                    <a:pt x="412" y="412"/>
                    <a:pt x="571" y="317"/>
                  </a:cubicBezTo>
                  <a:cubicBezTo>
                    <a:pt x="539" y="127"/>
                    <a:pt x="412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6137553" y="2925025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6178321" y="2925973"/>
              <a:ext cx="16117" cy="19469"/>
            </a:xfrm>
            <a:custGeom>
              <a:rect b="b" l="l" r="r" t="t"/>
              <a:pathLst>
                <a:path extrusionOk="0" h="575" w="476">
                  <a:moveTo>
                    <a:pt x="251" y="1"/>
                  </a:moveTo>
                  <a:cubicBezTo>
                    <a:pt x="109" y="1"/>
                    <a:pt x="0" y="179"/>
                    <a:pt x="0" y="384"/>
                  </a:cubicBezTo>
                  <a:cubicBezTo>
                    <a:pt x="0" y="447"/>
                    <a:pt x="0" y="511"/>
                    <a:pt x="32" y="574"/>
                  </a:cubicBezTo>
                  <a:cubicBezTo>
                    <a:pt x="159" y="416"/>
                    <a:pt x="317" y="226"/>
                    <a:pt x="475" y="99"/>
                  </a:cubicBezTo>
                  <a:cubicBezTo>
                    <a:pt x="444" y="36"/>
                    <a:pt x="349" y="4"/>
                    <a:pt x="285" y="4"/>
                  </a:cubicBezTo>
                  <a:cubicBezTo>
                    <a:pt x="274" y="2"/>
                    <a:pt x="262" y="1"/>
                    <a:pt x="2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6157937" y="2952892"/>
              <a:ext cx="15068" cy="26851"/>
            </a:xfrm>
            <a:custGeom>
              <a:rect b="b" l="l" r="r" t="t"/>
              <a:pathLst>
                <a:path extrusionOk="0" h="793" w="445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03"/>
                    <a:pt x="96" y="761"/>
                    <a:pt x="222" y="793"/>
                  </a:cubicBezTo>
                  <a:cubicBezTo>
                    <a:pt x="222" y="539"/>
                    <a:pt x="317" y="318"/>
                    <a:pt x="444" y="64"/>
                  </a:cubicBezTo>
                  <a:cubicBezTo>
                    <a:pt x="412" y="33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6137553" y="2980793"/>
              <a:ext cx="19368" cy="26817"/>
            </a:xfrm>
            <a:custGeom>
              <a:rect b="b" l="l" r="r" t="t"/>
              <a:pathLst>
                <a:path extrusionOk="0" h="792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6157937" y="300757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6137553" y="3035477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6178321" y="3035477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6157937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6199754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6137553" y="3090160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6178321" y="3090160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6157937" y="3116978"/>
              <a:ext cx="19334" cy="24684"/>
            </a:xfrm>
            <a:custGeom>
              <a:rect b="b" l="l" r="r" t="t"/>
              <a:pathLst>
                <a:path extrusionOk="0" h="729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64" y="697"/>
                  </a:cubicBezTo>
                  <a:cubicBezTo>
                    <a:pt x="222" y="697"/>
                    <a:pt x="349" y="729"/>
                    <a:pt x="444" y="729"/>
                  </a:cubicBezTo>
                  <a:cubicBezTo>
                    <a:pt x="539" y="665"/>
                    <a:pt x="571" y="539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6199754" y="3116978"/>
              <a:ext cx="16117" cy="26817"/>
            </a:xfrm>
            <a:custGeom>
              <a:rect b="b" l="l" r="r" t="t"/>
              <a:pathLst>
                <a:path extrusionOk="0" h="792" w="476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02"/>
                    <a:pt x="64" y="760"/>
                    <a:pt x="191" y="792"/>
                  </a:cubicBezTo>
                  <a:lnTo>
                    <a:pt x="476" y="127"/>
                  </a:lnTo>
                  <a:cubicBezTo>
                    <a:pt x="412" y="64"/>
                    <a:pt x="349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6187971" y="3144844"/>
              <a:ext cx="3251" cy="34"/>
            </a:xfrm>
            <a:custGeom>
              <a:rect b="b" l="l" r="r" t="t"/>
              <a:pathLst>
                <a:path extrusionOk="0" h="1" w="96">
                  <a:moveTo>
                    <a:pt x="0" y="1"/>
                  </a:moveTo>
                  <a:cubicBezTo>
                    <a:pt x="32" y="1"/>
                    <a:pt x="64" y="1"/>
                    <a:pt x="95" y="1"/>
                  </a:cubicBezTo>
                  <a:cubicBezTo>
                    <a:pt x="64" y="1"/>
                    <a:pt x="32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6075386" y="2689123"/>
              <a:ext cx="10734" cy="17167"/>
            </a:xfrm>
            <a:custGeom>
              <a:rect b="b" l="l" r="r" t="t"/>
              <a:pathLst>
                <a:path extrusionOk="0" h="507" w="317">
                  <a:moveTo>
                    <a:pt x="32" y="0"/>
                  </a:moveTo>
                  <a:cubicBezTo>
                    <a:pt x="32" y="32"/>
                    <a:pt x="0" y="64"/>
                    <a:pt x="0" y="95"/>
                  </a:cubicBezTo>
                  <a:cubicBezTo>
                    <a:pt x="0" y="285"/>
                    <a:pt x="95" y="444"/>
                    <a:pt x="222" y="507"/>
                  </a:cubicBezTo>
                  <a:cubicBezTo>
                    <a:pt x="254" y="349"/>
                    <a:pt x="285" y="254"/>
                    <a:pt x="285" y="254"/>
                  </a:cubicBezTo>
                  <a:cubicBezTo>
                    <a:pt x="317" y="190"/>
                    <a:pt x="285" y="95"/>
                    <a:pt x="222" y="6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6055002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6075386" y="2738457"/>
              <a:ext cx="3251" cy="17167"/>
            </a:xfrm>
            <a:custGeom>
              <a:rect b="b" l="l" r="r" t="t"/>
              <a:pathLst>
                <a:path extrusionOk="0" h="507" w="96">
                  <a:moveTo>
                    <a:pt x="95" y="0"/>
                  </a:moveTo>
                  <a:lnTo>
                    <a:pt x="95" y="0"/>
                  </a:lnTo>
                  <a:cubicBezTo>
                    <a:pt x="32" y="63"/>
                    <a:pt x="0" y="158"/>
                    <a:pt x="0" y="285"/>
                  </a:cubicBezTo>
                  <a:cubicBezTo>
                    <a:pt x="0" y="348"/>
                    <a:pt x="32" y="443"/>
                    <a:pt x="64" y="507"/>
                  </a:cubicBezTo>
                  <a:cubicBezTo>
                    <a:pt x="64" y="348"/>
                    <a:pt x="64" y="158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6055002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6075386" y="3230646"/>
              <a:ext cx="7517" cy="22551"/>
            </a:xfrm>
            <a:custGeom>
              <a:rect b="b" l="l" r="r" t="t"/>
              <a:pathLst>
                <a:path extrusionOk="0" h="666" w="222">
                  <a:moveTo>
                    <a:pt x="95" y="0"/>
                  </a:moveTo>
                  <a:cubicBezTo>
                    <a:pt x="64" y="63"/>
                    <a:pt x="0" y="190"/>
                    <a:pt x="0" y="285"/>
                  </a:cubicBezTo>
                  <a:cubicBezTo>
                    <a:pt x="0" y="475"/>
                    <a:pt x="95" y="633"/>
                    <a:pt x="222" y="665"/>
                  </a:cubicBezTo>
                  <a:cubicBezTo>
                    <a:pt x="190" y="507"/>
                    <a:pt x="127" y="253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6055002" y="3254212"/>
              <a:ext cx="19334" cy="24718"/>
            </a:xfrm>
            <a:custGeom>
              <a:rect b="b" l="l" r="r" t="t"/>
              <a:pathLst>
                <a:path extrusionOk="0" h="730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539"/>
                    <a:pt x="64" y="666"/>
                    <a:pt x="127" y="729"/>
                  </a:cubicBezTo>
                  <a:lnTo>
                    <a:pt x="571" y="539"/>
                  </a:lnTo>
                  <a:cubicBezTo>
                    <a:pt x="571" y="507"/>
                    <a:pt x="571" y="44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6014269" y="2663389"/>
              <a:ext cx="19334" cy="16117"/>
            </a:xfrm>
            <a:custGeom>
              <a:rect b="b" l="l" r="r" t="t"/>
              <a:pathLst>
                <a:path extrusionOk="0" h="476" w="571">
                  <a:moveTo>
                    <a:pt x="32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0" y="285"/>
                    <a:pt x="158" y="475"/>
                    <a:pt x="317" y="475"/>
                  </a:cubicBezTo>
                  <a:cubicBezTo>
                    <a:pt x="412" y="475"/>
                    <a:pt x="538" y="349"/>
                    <a:pt x="570" y="22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5993885" y="2679473"/>
              <a:ext cx="19334" cy="26817"/>
            </a:xfrm>
            <a:custGeom>
              <a:rect b="b" l="l" r="r" t="t"/>
              <a:pathLst>
                <a:path extrusionOk="0" h="792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6035702" y="2679473"/>
              <a:ext cx="19334" cy="26817"/>
            </a:xfrm>
            <a:custGeom>
              <a:rect b="b" l="l" r="r" t="t"/>
              <a:pathLst>
                <a:path extrusionOk="0" h="792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5973501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6014269" y="2706256"/>
              <a:ext cx="20384" cy="27935"/>
            </a:xfrm>
            <a:custGeom>
              <a:rect b="b" l="l" r="r" t="t"/>
              <a:pathLst>
                <a:path extrusionOk="0" h="825" w="602">
                  <a:moveTo>
                    <a:pt x="317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317" y="824"/>
                  </a:cubicBezTo>
                  <a:cubicBezTo>
                    <a:pt x="475" y="824"/>
                    <a:pt x="602" y="634"/>
                    <a:pt x="602" y="413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5993885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6035702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5973501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6014269" y="3199528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5993885" y="3226345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6035702" y="3226345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5974585" y="3254212"/>
              <a:ext cx="18251" cy="25767"/>
            </a:xfrm>
            <a:custGeom>
              <a:rect b="b" l="l" r="r" t="t"/>
              <a:pathLst>
                <a:path extrusionOk="0" h="761" w="539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159" y="412"/>
                    <a:pt x="285" y="571"/>
                    <a:pt x="412" y="761"/>
                  </a:cubicBezTo>
                  <a:cubicBezTo>
                    <a:pt x="475" y="666"/>
                    <a:pt x="539" y="539"/>
                    <a:pt x="539" y="412"/>
                  </a:cubicBezTo>
                  <a:cubicBezTo>
                    <a:pt x="539" y="191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6014269" y="3254212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317" y="793"/>
                  </a:cubicBezTo>
                  <a:cubicBezTo>
                    <a:pt x="475" y="793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5994935" y="3282113"/>
              <a:ext cx="18284" cy="19334"/>
            </a:xfrm>
            <a:custGeom>
              <a:rect b="b" l="l" r="r" t="t"/>
              <a:pathLst>
                <a:path extrusionOk="0" h="571" w="540">
                  <a:moveTo>
                    <a:pt x="254" y="0"/>
                  </a:moveTo>
                  <a:cubicBezTo>
                    <a:pt x="159" y="0"/>
                    <a:pt x="33" y="95"/>
                    <a:pt x="1" y="222"/>
                  </a:cubicBezTo>
                  <a:cubicBezTo>
                    <a:pt x="96" y="380"/>
                    <a:pt x="159" y="475"/>
                    <a:pt x="159" y="475"/>
                  </a:cubicBezTo>
                  <a:cubicBezTo>
                    <a:pt x="191" y="539"/>
                    <a:pt x="286" y="570"/>
                    <a:pt x="349" y="570"/>
                  </a:cubicBezTo>
                  <a:lnTo>
                    <a:pt x="539" y="475"/>
                  </a:lnTo>
                  <a:cubicBezTo>
                    <a:pt x="539" y="444"/>
                    <a:pt x="539" y="412"/>
                    <a:pt x="539" y="380"/>
                  </a:cubicBezTo>
                  <a:cubicBezTo>
                    <a:pt x="539" y="159"/>
                    <a:pt x="413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6036786" y="3282113"/>
              <a:ext cx="12901" cy="6467"/>
            </a:xfrm>
            <a:custGeom>
              <a:rect b="b" l="l" r="r" t="t"/>
              <a:pathLst>
                <a:path extrusionOk="0" h="191" w="381">
                  <a:moveTo>
                    <a:pt x="253" y="0"/>
                  </a:moveTo>
                  <a:cubicBezTo>
                    <a:pt x="158" y="0"/>
                    <a:pt x="63" y="64"/>
                    <a:pt x="0" y="190"/>
                  </a:cubicBezTo>
                  <a:lnTo>
                    <a:pt x="380" y="32"/>
                  </a:lnTo>
                  <a:cubicBezTo>
                    <a:pt x="348" y="0"/>
                    <a:pt x="285" y="0"/>
                    <a:pt x="25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5892000" y="2722373"/>
              <a:ext cx="16117" cy="11817"/>
            </a:xfrm>
            <a:custGeom>
              <a:rect b="b" l="l" r="r" t="t"/>
              <a:pathLst>
                <a:path extrusionOk="0" h="349" w="476">
                  <a:moveTo>
                    <a:pt x="1" y="0"/>
                  </a:moveTo>
                  <a:cubicBezTo>
                    <a:pt x="1" y="190"/>
                    <a:pt x="127" y="348"/>
                    <a:pt x="254" y="348"/>
                  </a:cubicBezTo>
                  <a:cubicBezTo>
                    <a:pt x="349" y="348"/>
                    <a:pt x="412" y="285"/>
                    <a:pt x="476" y="222"/>
                  </a:cubicBezTo>
                  <a:cubicBezTo>
                    <a:pt x="286" y="190"/>
                    <a:pt x="127" y="95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5934901" y="2719156"/>
              <a:ext cx="17201" cy="15034"/>
            </a:xfrm>
            <a:custGeom>
              <a:rect b="b" l="l" r="r" t="t"/>
              <a:pathLst>
                <a:path extrusionOk="0" h="444" w="508">
                  <a:moveTo>
                    <a:pt x="507" y="0"/>
                  </a:moveTo>
                  <a:cubicBezTo>
                    <a:pt x="349" y="127"/>
                    <a:pt x="191" y="222"/>
                    <a:pt x="1" y="285"/>
                  </a:cubicBezTo>
                  <a:cubicBezTo>
                    <a:pt x="64" y="380"/>
                    <a:pt x="127" y="443"/>
                    <a:pt x="222" y="443"/>
                  </a:cubicBezTo>
                  <a:cubicBezTo>
                    <a:pt x="381" y="443"/>
                    <a:pt x="507" y="253"/>
                    <a:pt x="507" y="32"/>
                  </a:cubicBez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5912384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5953118" y="2734156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8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59" y="792"/>
                    <a:pt x="318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5890951" y="3199528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5932768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5916684" y="3226345"/>
              <a:ext cx="10734" cy="3251"/>
            </a:xfrm>
            <a:custGeom>
              <a:rect b="b" l="l" r="r" t="t"/>
              <a:pathLst>
                <a:path extrusionOk="0" h="96" w="317">
                  <a:moveTo>
                    <a:pt x="159" y="0"/>
                  </a:moveTo>
                  <a:cubicBezTo>
                    <a:pt x="95" y="0"/>
                    <a:pt x="63" y="32"/>
                    <a:pt x="0" y="64"/>
                  </a:cubicBezTo>
                  <a:lnTo>
                    <a:pt x="63" y="64"/>
                  </a:lnTo>
                  <a:cubicBezTo>
                    <a:pt x="159" y="64"/>
                    <a:pt x="254" y="64"/>
                    <a:pt x="317" y="95"/>
                  </a:cubicBezTo>
                  <a:cubicBezTo>
                    <a:pt x="285" y="32"/>
                    <a:pt x="222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5953118" y="3226345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444"/>
                    <a:pt x="33" y="444"/>
                    <a:pt x="33" y="475"/>
                  </a:cubicBezTo>
                  <a:cubicBezTo>
                    <a:pt x="159" y="570"/>
                    <a:pt x="286" y="697"/>
                    <a:pt x="381" y="792"/>
                  </a:cubicBezTo>
                  <a:cubicBezTo>
                    <a:pt x="508" y="760"/>
                    <a:pt x="603" y="602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5809450" y="2661222"/>
              <a:ext cx="19334" cy="18284"/>
            </a:xfrm>
            <a:custGeom>
              <a:rect b="b" l="l" r="r" t="t"/>
              <a:pathLst>
                <a:path extrusionOk="0" h="540" w="571">
                  <a:moveTo>
                    <a:pt x="570" y="1"/>
                  </a:moveTo>
                  <a:lnTo>
                    <a:pt x="0" y="223"/>
                  </a:lnTo>
                  <a:cubicBezTo>
                    <a:pt x="32" y="381"/>
                    <a:pt x="159" y="539"/>
                    <a:pt x="285" y="539"/>
                  </a:cubicBezTo>
                  <a:cubicBezTo>
                    <a:pt x="444" y="539"/>
                    <a:pt x="570" y="349"/>
                    <a:pt x="570" y="128"/>
                  </a:cubicBezTo>
                  <a:cubicBezTo>
                    <a:pt x="570" y="64"/>
                    <a:pt x="570" y="33"/>
                    <a:pt x="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5829800" y="2679473"/>
              <a:ext cx="20418" cy="26817"/>
            </a:xfrm>
            <a:custGeom>
              <a:rect b="b" l="l" r="r" t="t"/>
              <a:pathLst>
                <a:path extrusionOk="0" h="792" w="603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5809450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5851267" y="270625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5829800" y="2734156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5871651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0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5809450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5851267" y="319952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5829800" y="3226345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5871651" y="3226345"/>
              <a:ext cx="19334" cy="23634"/>
            </a:xfrm>
            <a:custGeom>
              <a:rect b="b" l="l" r="r" t="t"/>
              <a:pathLst>
                <a:path extrusionOk="0" h="698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32" y="634"/>
                    <a:pt x="95" y="697"/>
                  </a:cubicBezTo>
                  <a:cubicBezTo>
                    <a:pt x="222" y="570"/>
                    <a:pt x="412" y="444"/>
                    <a:pt x="570" y="317"/>
                  </a:cubicBezTo>
                  <a:cubicBezTo>
                    <a:pt x="538" y="159"/>
                    <a:pt x="412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5809450" y="3254212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285" y="793"/>
                  </a:cubicBezTo>
                  <a:cubicBezTo>
                    <a:pt x="444" y="793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5851267" y="3254212"/>
              <a:ext cx="16117" cy="21501"/>
            </a:xfrm>
            <a:custGeom>
              <a:rect b="b" l="l" r="r" t="t"/>
              <a:pathLst>
                <a:path extrusionOk="0" h="635" w="476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476"/>
                    <a:pt x="0" y="571"/>
                    <a:pt x="32" y="634"/>
                  </a:cubicBezTo>
                  <a:cubicBezTo>
                    <a:pt x="159" y="444"/>
                    <a:pt x="317" y="286"/>
                    <a:pt x="475" y="96"/>
                  </a:cubicBezTo>
                  <a:cubicBezTo>
                    <a:pt x="412" y="32"/>
                    <a:pt x="349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5829800" y="3282113"/>
              <a:ext cx="16117" cy="18657"/>
            </a:xfrm>
            <a:custGeom>
              <a:rect b="b" l="l" r="r" t="t"/>
              <a:pathLst>
                <a:path extrusionOk="0" h="551" w="476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444"/>
                    <a:pt x="1" y="507"/>
                    <a:pt x="33" y="539"/>
                  </a:cubicBezTo>
                  <a:cubicBezTo>
                    <a:pt x="50" y="547"/>
                    <a:pt x="69" y="551"/>
                    <a:pt x="89" y="551"/>
                  </a:cubicBezTo>
                  <a:cubicBezTo>
                    <a:pt x="142" y="551"/>
                    <a:pt x="199" y="522"/>
                    <a:pt x="223" y="475"/>
                  </a:cubicBezTo>
                  <a:cubicBezTo>
                    <a:pt x="223" y="475"/>
                    <a:pt x="318" y="317"/>
                    <a:pt x="476" y="64"/>
                  </a:cubicBezTo>
                  <a:cubicBezTo>
                    <a:pt x="444" y="32"/>
                    <a:pt x="381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5752599" y="2686956"/>
              <a:ext cx="15068" cy="19334"/>
            </a:xfrm>
            <a:custGeom>
              <a:rect b="b" l="l" r="r" t="t"/>
              <a:pathLst>
                <a:path extrusionOk="0" h="571" w="445">
                  <a:moveTo>
                    <a:pt x="412" y="1"/>
                  </a:moveTo>
                  <a:lnTo>
                    <a:pt x="96" y="128"/>
                  </a:lnTo>
                  <a:cubicBezTo>
                    <a:pt x="32" y="159"/>
                    <a:pt x="1" y="223"/>
                    <a:pt x="32" y="286"/>
                  </a:cubicBezTo>
                  <a:cubicBezTo>
                    <a:pt x="32" y="286"/>
                    <a:pt x="96" y="413"/>
                    <a:pt x="191" y="571"/>
                  </a:cubicBezTo>
                  <a:cubicBezTo>
                    <a:pt x="317" y="571"/>
                    <a:pt x="444" y="381"/>
                    <a:pt x="444" y="159"/>
                  </a:cubicBezTo>
                  <a:cubicBezTo>
                    <a:pt x="444" y="96"/>
                    <a:pt x="444" y="33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5790150" y="2679473"/>
              <a:ext cx="19334" cy="26817"/>
            </a:xfrm>
            <a:custGeom>
              <a:rect b="b" l="l" r="r" t="t"/>
              <a:pathLst>
                <a:path extrusionOk="0" h="792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5768682" y="2706256"/>
              <a:ext cx="20418" cy="27935"/>
            </a:xfrm>
            <a:custGeom>
              <a:rect b="b" l="l" r="r" t="t"/>
              <a:pathLst>
                <a:path extrusionOk="0" h="825" w="603">
                  <a:moveTo>
                    <a:pt x="286" y="1"/>
                  </a:moveTo>
                  <a:cubicBezTo>
                    <a:pt x="128" y="1"/>
                    <a:pt x="1" y="191"/>
                    <a:pt x="1" y="413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5790150" y="2734156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5768682" y="3199528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5757983" y="3232779"/>
              <a:ext cx="9684" cy="21467"/>
            </a:xfrm>
            <a:custGeom>
              <a:rect b="b" l="l" r="r" t="t"/>
              <a:pathLst>
                <a:path extrusionOk="0" h="634" w="286">
                  <a:moveTo>
                    <a:pt x="222" y="0"/>
                  </a:moveTo>
                  <a:cubicBezTo>
                    <a:pt x="158" y="222"/>
                    <a:pt x="63" y="475"/>
                    <a:pt x="0" y="634"/>
                  </a:cubicBezTo>
                  <a:cubicBezTo>
                    <a:pt x="158" y="634"/>
                    <a:pt x="285" y="444"/>
                    <a:pt x="285" y="222"/>
                  </a:cubicBezTo>
                  <a:cubicBezTo>
                    <a:pt x="285" y="127"/>
                    <a:pt x="253" y="64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5790150" y="3226345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5768682" y="3254212"/>
              <a:ext cx="20418" cy="25767"/>
            </a:xfrm>
            <a:custGeom>
              <a:rect b="b" l="l" r="r" t="t"/>
              <a:pathLst>
                <a:path extrusionOk="0" h="761" w="603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76"/>
                    <a:pt x="32" y="571"/>
                    <a:pt x="64" y="634"/>
                  </a:cubicBezTo>
                  <a:lnTo>
                    <a:pt x="413" y="761"/>
                  </a:lnTo>
                  <a:cubicBezTo>
                    <a:pt x="508" y="698"/>
                    <a:pt x="571" y="571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5793366" y="3282113"/>
              <a:ext cx="15034" cy="9684"/>
            </a:xfrm>
            <a:custGeom>
              <a:rect b="b" l="l" r="r" t="t"/>
              <a:pathLst>
                <a:path extrusionOk="0" h="286" w="444">
                  <a:moveTo>
                    <a:pt x="190" y="0"/>
                  </a:moveTo>
                  <a:cubicBezTo>
                    <a:pt x="95" y="0"/>
                    <a:pt x="32" y="32"/>
                    <a:pt x="0" y="95"/>
                  </a:cubicBezTo>
                  <a:lnTo>
                    <a:pt x="444" y="285"/>
                  </a:lnTo>
                  <a:cubicBezTo>
                    <a:pt x="412" y="95"/>
                    <a:pt x="317" y="0"/>
                    <a:pt x="1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5645364" y="281670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54" y="1"/>
                  </a:moveTo>
                  <a:cubicBezTo>
                    <a:pt x="96" y="33"/>
                    <a:pt x="1" y="191"/>
                    <a:pt x="1" y="381"/>
                  </a:cubicBezTo>
                  <a:cubicBezTo>
                    <a:pt x="1" y="603"/>
                    <a:pt x="128" y="793"/>
                    <a:pt x="286" y="793"/>
                  </a:cubicBezTo>
                  <a:cubicBezTo>
                    <a:pt x="444" y="793"/>
                    <a:pt x="571" y="603"/>
                    <a:pt x="571" y="381"/>
                  </a:cubicBezTo>
                  <a:cubicBezTo>
                    <a:pt x="571" y="223"/>
                    <a:pt x="508" y="96"/>
                    <a:pt x="413" y="33"/>
                  </a:cubicBezTo>
                  <a:cubicBezTo>
                    <a:pt x="349" y="1"/>
                    <a:pt x="286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5687181" y="2819924"/>
              <a:ext cx="19368" cy="23634"/>
            </a:xfrm>
            <a:custGeom>
              <a:rect b="b" l="l" r="r" t="t"/>
              <a:pathLst>
                <a:path extrusionOk="0" h="698" w="572">
                  <a:moveTo>
                    <a:pt x="64" y="1"/>
                  </a:moveTo>
                  <a:cubicBezTo>
                    <a:pt x="33" y="96"/>
                    <a:pt x="1" y="191"/>
                    <a:pt x="1" y="286"/>
                  </a:cubicBezTo>
                  <a:cubicBezTo>
                    <a:pt x="1" y="508"/>
                    <a:pt x="128" y="698"/>
                    <a:pt x="286" y="698"/>
                  </a:cubicBezTo>
                  <a:cubicBezTo>
                    <a:pt x="444" y="698"/>
                    <a:pt x="571" y="508"/>
                    <a:pt x="571" y="286"/>
                  </a:cubicBezTo>
                  <a:cubicBezTo>
                    <a:pt x="571" y="191"/>
                    <a:pt x="539" y="64"/>
                    <a:pt x="476" y="1"/>
                  </a:cubicBezTo>
                  <a:cubicBezTo>
                    <a:pt x="392" y="1"/>
                    <a:pt x="307" y="15"/>
                    <a:pt x="213" y="15"/>
                  </a:cubicBezTo>
                  <a:cubicBezTo>
                    <a:pt x="166" y="15"/>
                    <a:pt x="117" y="1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5665748" y="2843524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5707565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5645364" y="287034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5687181" y="2870341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5665748" y="2898208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5707565" y="289820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5647531" y="2925025"/>
              <a:ext cx="17167" cy="24684"/>
            </a:xfrm>
            <a:custGeom>
              <a:rect b="b" l="l" r="r" t="t"/>
              <a:pathLst>
                <a:path extrusionOk="0" h="729" w="507">
                  <a:moveTo>
                    <a:pt x="222" y="0"/>
                  </a:moveTo>
                  <a:cubicBezTo>
                    <a:pt x="127" y="0"/>
                    <a:pt x="32" y="95"/>
                    <a:pt x="0" y="190"/>
                  </a:cubicBezTo>
                  <a:cubicBezTo>
                    <a:pt x="159" y="349"/>
                    <a:pt x="285" y="539"/>
                    <a:pt x="412" y="729"/>
                  </a:cubicBezTo>
                  <a:cubicBezTo>
                    <a:pt x="475" y="634"/>
                    <a:pt x="507" y="539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5687181" y="2925025"/>
              <a:ext cx="19368" cy="27901"/>
            </a:xfrm>
            <a:custGeom>
              <a:rect b="b" l="l" r="r" t="t"/>
              <a:pathLst>
                <a:path extrusionOk="0" h="824" w="572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5667881" y="2952892"/>
              <a:ext cx="18284" cy="27935"/>
            </a:xfrm>
            <a:custGeom>
              <a:rect b="b" l="l" r="r" t="t"/>
              <a:pathLst>
                <a:path extrusionOk="0" h="825" w="540">
                  <a:moveTo>
                    <a:pt x="254" y="1"/>
                  </a:moveTo>
                  <a:cubicBezTo>
                    <a:pt x="128" y="1"/>
                    <a:pt x="33" y="96"/>
                    <a:pt x="1" y="223"/>
                  </a:cubicBezTo>
                  <a:cubicBezTo>
                    <a:pt x="64" y="381"/>
                    <a:pt x="128" y="603"/>
                    <a:pt x="128" y="793"/>
                  </a:cubicBezTo>
                  <a:cubicBezTo>
                    <a:pt x="159" y="793"/>
                    <a:pt x="191" y="824"/>
                    <a:pt x="254" y="824"/>
                  </a:cubicBezTo>
                  <a:cubicBezTo>
                    <a:pt x="413" y="824"/>
                    <a:pt x="539" y="634"/>
                    <a:pt x="539" y="413"/>
                  </a:cubicBezTo>
                  <a:cubicBezTo>
                    <a:pt x="539" y="191"/>
                    <a:pt x="413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5707565" y="2952892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5687181" y="2980793"/>
              <a:ext cx="19368" cy="26817"/>
            </a:xfrm>
            <a:custGeom>
              <a:rect b="b" l="l" r="r" t="t"/>
              <a:pathLst>
                <a:path extrusionOk="0" h="792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5665748" y="3007576"/>
              <a:ext cx="20418" cy="27935"/>
            </a:xfrm>
            <a:custGeom>
              <a:rect b="b" l="l" r="r" t="t"/>
              <a:pathLst>
                <a:path extrusionOk="0" h="825" w="603">
                  <a:moveTo>
                    <a:pt x="317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317" y="824"/>
                  </a:cubicBezTo>
                  <a:cubicBezTo>
                    <a:pt x="476" y="824"/>
                    <a:pt x="602" y="634"/>
                    <a:pt x="602" y="413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5707565" y="3007576"/>
              <a:ext cx="19334" cy="27935"/>
            </a:xfrm>
            <a:custGeom>
              <a:rect b="b" l="l" r="r" t="t"/>
              <a:pathLst>
                <a:path extrusionOk="0" h="825" w="571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5645364" y="303547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5687181" y="3035477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5665748" y="3062294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317" y="823"/>
                  </a:cubicBezTo>
                  <a:cubicBezTo>
                    <a:pt x="476" y="823"/>
                    <a:pt x="602" y="633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5707565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5645364" y="309016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5687181" y="3090160"/>
              <a:ext cx="19368" cy="26851"/>
            </a:xfrm>
            <a:custGeom>
              <a:rect b="b" l="l" r="r" t="t"/>
              <a:pathLst>
                <a:path extrusionOk="0" h="793" w="572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5665748" y="3116978"/>
              <a:ext cx="20418" cy="23600"/>
            </a:xfrm>
            <a:custGeom>
              <a:rect b="b" l="l" r="r" t="t"/>
              <a:pathLst>
                <a:path extrusionOk="0" h="697" w="603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697"/>
                    <a:pt x="381" y="665"/>
                    <a:pt x="539" y="665"/>
                  </a:cubicBezTo>
                  <a:cubicBezTo>
                    <a:pt x="571" y="602"/>
                    <a:pt x="602" y="507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5707565" y="3116978"/>
              <a:ext cx="20418" cy="25767"/>
            </a:xfrm>
            <a:custGeom>
              <a:rect b="b" l="l" r="r" t="t"/>
              <a:pathLst>
                <a:path extrusionOk="0" h="761" w="603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729"/>
                    <a:pt x="317" y="729"/>
                    <a:pt x="444" y="760"/>
                  </a:cubicBezTo>
                  <a:cubicBezTo>
                    <a:pt x="539" y="697"/>
                    <a:pt x="602" y="570"/>
                    <a:pt x="602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5632497" y="2812441"/>
              <a:ext cx="8634" cy="3251"/>
            </a:xfrm>
            <a:custGeom>
              <a:rect b="b" l="l" r="r" t="t"/>
              <a:pathLst>
                <a:path extrusionOk="0" h="96" w="255">
                  <a:moveTo>
                    <a:pt x="159" y="0"/>
                  </a:moveTo>
                  <a:cubicBezTo>
                    <a:pt x="96" y="0"/>
                    <a:pt x="33" y="32"/>
                    <a:pt x="1" y="64"/>
                  </a:cubicBezTo>
                  <a:cubicBezTo>
                    <a:pt x="33" y="95"/>
                    <a:pt x="64" y="95"/>
                    <a:pt x="96" y="95"/>
                  </a:cubicBezTo>
                  <a:cubicBezTo>
                    <a:pt x="159" y="95"/>
                    <a:pt x="223" y="64"/>
                    <a:pt x="254" y="32"/>
                  </a:cubicBezTo>
                  <a:cubicBezTo>
                    <a:pt x="191" y="0"/>
                    <a:pt x="159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5622847" y="2836007"/>
              <a:ext cx="1117" cy="1117"/>
            </a:xfrm>
            <a:custGeom>
              <a:rect b="b" l="l" r="r" t="t"/>
              <a:pathLst>
                <a:path extrusionOk="0" h="33" w="33">
                  <a:moveTo>
                    <a:pt x="1" y="33"/>
                  </a:moveTo>
                  <a:cubicBezTo>
                    <a:pt x="1" y="33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5626064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5604631" y="287034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59" y="824"/>
                    <a:pt x="317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5626064" y="2898208"/>
              <a:ext cx="19334" cy="25767"/>
            </a:xfrm>
            <a:custGeom>
              <a:rect b="b" l="l" r="r" t="t"/>
              <a:pathLst>
                <a:path extrusionOk="0" h="761" w="571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12"/>
                    <a:pt x="1" y="444"/>
                    <a:pt x="1" y="444"/>
                  </a:cubicBezTo>
                  <a:cubicBezTo>
                    <a:pt x="128" y="539"/>
                    <a:pt x="254" y="666"/>
                    <a:pt x="381" y="761"/>
                  </a:cubicBezTo>
                  <a:cubicBezTo>
                    <a:pt x="508" y="697"/>
                    <a:pt x="571" y="571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5607847" y="3047260"/>
              <a:ext cx="17201" cy="15068"/>
            </a:xfrm>
            <a:custGeom>
              <a:rect b="b" l="l" r="r" t="t"/>
              <a:pathLst>
                <a:path extrusionOk="0" h="445" w="508">
                  <a:moveTo>
                    <a:pt x="507" y="1"/>
                  </a:moveTo>
                  <a:cubicBezTo>
                    <a:pt x="285" y="159"/>
                    <a:pt x="127" y="254"/>
                    <a:pt x="0" y="317"/>
                  </a:cubicBezTo>
                  <a:cubicBezTo>
                    <a:pt x="64" y="412"/>
                    <a:pt x="127" y="444"/>
                    <a:pt x="222" y="444"/>
                  </a:cubicBezTo>
                  <a:cubicBezTo>
                    <a:pt x="380" y="444"/>
                    <a:pt x="507" y="254"/>
                    <a:pt x="507" y="32"/>
                  </a:cubicBezTo>
                  <a:cubicBezTo>
                    <a:pt x="507" y="32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5600330" y="3065510"/>
              <a:ext cx="3251" cy="10734"/>
            </a:xfrm>
            <a:custGeom>
              <a:rect b="b" l="l" r="r" t="t"/>
              <a:pathLst>
                <a:path extrusionOk="0" h="317" w="96">
                  <a:moveTo>
                    <a:pt x="1" y="0"/>
                  </a:moveTo>
                  <a:cubicBezTo>
                    <a:pt x="1" y="32"/>
                    <a:pt x="1" y="32"/>
                    <a:pt x="1" y="63"/>
                  </a:cubicBezTo>
                  <a:lnTo>
                    <a:pt x="96" y="317"/>
                  </a:lnTo>
                  <a:cubicBezTo>
                    <a:pt x="96" y="190"/>
                    <a:pt x="64" y="63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5626064" y="306229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5609980" y="3090160"/>
              <a:ext cx="15068" cy="25767"/>
            </a:xfrm>
            <a:custGeom>
              <a:rect b="b" l="l" r="r" t="t"/>
              <a:pathLst>
                <a:path extrusionOk="0" h="761" w="445">
                  <a:moveTo>
                    <a:pt x="159" y="0"/>
                  </a:moveTo>
                  <a:cubicBezTo>
                    <a:pt x="96" y="0"/>
                    <a:pt x="32" y="0"/>
                    <a:pt x="1" y="32"/>
                  </a:cubicBezTo>
                  <a:lnTo>
                    <a:pt x="286" y="761"/>
                  </a:lnTo>
                  <a:cubicBezTo>
                    <a:pt x="381" y="666"/>
                    <a:pt x="444" y="539"/>
                    <a:pt x="444" y="412"/>
                  </a:cubicBezTo>
                  <a:cubicBezTo>
                    <a:pt x="444" y="159"/>
                    <a:pt x="317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5626064" y="3116978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380"/>
                  </a:cubicBezTo>
                  <a:lnTo>
                    <a:pt x="159" y="760"/>
                  </a:lnTo>
                  <a:cubicBezTo>
                    <a:pt x="191" y="792"/>
                    <a:pt x="223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6055002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6075386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54" y="0"/>
                  </a:moveTo>
                  <a:cubicBezTo>
                    <a:pt x="127" y="32"/>
                    <a:pt x="0" y="191"/>
                    <a:pt x="0" y="412"/>
                  </a:cubicBezTo>
                  <a:cubicBezTo>
                    <a:pt x="0" y="634"/>
                    <a:pt x="159" y="792"/>
                    <a:pt x="317" y="792"/>
                  </a:cubicBezTo>
                  <a:cubicBezTo>
                    <a:pt x="444" y="792"/>
                    <a:pt x="539" y="666"/>
                    <a:pt x="570" y="507"/>
                  </a:cubicBezTo>
                  <a:cubicBezTo>
                    <a:pt x="570" y="507"/>
                    <a:pt x="539" y="476"/>
                    <a:pt x="539" y="476"/>
                  </a:cubicBezTo>
                  <a:cubicBezTo>
                    <a:pt x="412" y="349"/>
                    <a:pt x="317" y="191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6055002" y="2815657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6096820" y="2815657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6076436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6117203" y="2843524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6096820" y="287034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6088253" y="2899292"/>
              <a:ext cx="7517" cy="15034"/>
            </a:xfrm>
            <a:custGeom>
              <a:rect b="b" l="l" r="r" t="t"/>
              <a:pathLst>
                <a:path extrusionOk="0" h="444" w="222">
                  <a:moveTo>
                    <a:pt x="0" y="0"/>
                  </a:moveTo>
                  <a:lnTo>
                    <a:pt x="0" y="0"/>
                  </a:lnTo>
                  <a:cubicBezTo>
                    <a:pt x="95" y="127"/>
                    <a:pt x="159" y="285"/>
                    <a:pt x="222" y="444"/>
                  </a:cubicBezTo>
                  <a:cubicBezTo>
                    <a:pt x="222" y="444"/>
                    <a:pt x="222" y="412"/>
                    <a:pt x="222" y="380"/>
                  </a:cubicBezTo>
                  <a:cubicBezTo>
                    <a:pt x="222" y="190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6117203" y="2898208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6100036" y="2925025"/>
              <a:ext cx="16117" cy="27901"/>
            </a:xfrm>
            <a:custGeom>
              <a:rect b="b" l="l" r="r" t="t"/>
              <a:pathLst>
                <a:path extrusionOk="0" h="824" w="476">
                  <a:moveTo>
                    <a:pt x="191" y="0"/>
                  </a:moveTo>
                  <a:cubicBezTo>
                    <a:pt x="127" y="0"/>
                    <a:pt x="32" y="64"/>
                    <a:pt x="1" y="127"/>
                  </a:cubicBezTo>
                  <a:cubicBezTo>
                    <a:pt x="64" y="349"/>
                    <a:pt x="96" y="570"/>
                    <a:pt x="127" y="824"/>
                  </a:cubicBezTo>
                  <a:lnTo>
                    <a:pt x="191" y="824"/>
                  </a:lnTo>
                  <a:cubicBezTo>
                    <a:pt x="349" y="824"/>
                    <a:pt x="476" y="634"/>
                    <a:pt x="476" y="412"/>
                  </a:cubicBezTo>
                  <a:cubicBezTo>
                    <a:pt x="476" y="190"/>
                    <a:pt x="349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6117203" y="2952892"/>
              <a:ext cx="20384" cy="27935"/>
            </a:xfrm>
            <a:custGeom>
              <a:rect b="b" l="l" r="r" t="t"/>
              <a:pathLst>
                <a:path extrusionOk="0" h="825" w="602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6104336" y="2980793"/>
              <a:ext cx="11817" cy="26817"/>
            </a:xfrm>
            <a:custGeom>
              <a:rect b="b" l="l" r="r" t="t"/>
              <a:pathLst>
                <a:path extrusionOk="0" h="792" w="349">
                  <a:moveTo>
                    <a:pt x="64" y="0"/>
                  </a:moveTo>
                  <a:cubicBezTo>
                    <a:pt x="64" y="254"/>
                    <a:pt x="64" y="539"/>
                    <a:pt x="0" y="792"/>
                  </a:cubicBezTo>
                  <a:lnTo>
                    <a:pt x="64" y="792"/>
                  </a:lnTo>
                  <a:cubicBezTo>
                    <a:pt x="222" y="792"/>
                    <a:pt x="349" y="602"/>
                    <a:pt x="349" y="380"/>
                  </a:cubicBezTo>
                  <a:cubicBezTo>
                    <a:pt x="349" y="159"/>
                    <a:pt x="222" y="0"/>
                    <a:pt x="6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6117203" y="3007576"/>
              <a:ext cx="20384" cy="27935"/>
            </a:xfrm>
            <a:custGeom>
              <a:rect b="b" l="l" r="r" t="t"/>
              <a:pathLst>
                <a:path extrusionOk="0" h="825" w="602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6096820" y="303547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6076436" y="3063343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349" y="1"/>
                  </a:moveTo>
                  <a:cubicBezTo>
                    <a:pt x="254" y="191"/>
                    <a:pt x="128" y="381"/>
                    <a:pt x="1" y="571"/>
                  </a:cubicBezTo>
                  <a:cubicBezTo>
                    <a:pt x="64" y="697"/>
                    <a:pt x="159" y="792"/>
                    <a:pt x="286" y="792"/>
                  </a:cubicBezTo>
                  <a:cubicBezTo>
                    <a:pt x="444" y="792"/>
                    <a:pt x="571" y="602"/>
                    <a:pt x="571" y="381"/>
                  </a:cubicBezTo>
                  <a:cubicBezTo>
                    <a:pt x="571" y="191"/>
                    <a:pt x="476" y="32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6117203" y="3062294"/>
              <a:ext cx="20384" cy="27901"/>
            </a:xfrm>
            <a:custGeom>
              <a:rect b="b" l="l" r="r" t="t"/>
              <a:pathLst>
                <a:path extrusionOk="0" h="824" w="602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6056086" y="3092294"/>
              <a:ext cx="18251" cy="24718"/>
            </a:xfrm>
            <a:custGeom>
              <a:rect b="b" l="l" r="r" t="t"/>
              <a:pathLst>
                <a:path extrusionOk="0" h="730" w="539">
                  <a:moveTo>
                    <a:pt x="412" y="1"/>
                  </a:moveTo>
                  <a:cubicBezTo>
                    <a:pt x="285" y="159"/>
                    <a:pt x="158" y="349"/>
                    <a:pt x="0" y="507"/>
                  </a:cubicBezTo>
                  <a:cubicBezTo>
                    <a:pt x="32" y="634"/>
                    <a:pt x="158" y="729"/>
                    <a:pt x="253" y="729"/>
                  </a:cubicBezTo>
                  <a:cubicBezTo>
                    <a:pt x="412" y="729"/>
                    <a:pt x="539" y="571"/>
                    <a:pt x="539" y="349"/>
                  </a:cubicBezTo>
                  <a:cubicBezTo>
                    <a:pt x="539" y="191"/>
                    <a:pt x="507" y="64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6096820" y="309016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6076436" y="3116978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6117203" y="3116978"/>
              <a:ext cx="20384" cy="24684"/>
            </a:xfrm>
            <a:custGeom>
              <a:rect b="b" l="l" r="r" t="t"/>
              <a:pathLst>
                <a:path extrusionOk="0" h="729" w="602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64" y="665"/>
                    <a:pt x="127" y="729"/>
                  </a:cubicBezTo>
                  <a:cubicBezTo>
                    <a:pt x="254" y="697"/>
                    <a:pt x="380" y="697"/>
                    <a:pt x="507" y="697"/>
                  </a:cubicBezTo>
                  <a:cubicBezTo>
                    <a:pt x="570" y="602"/>
                    <a:pt x="602" y="507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6055002" y="314484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6097903" y="3144844"/>
              <a:ext cx="11817" cy="7551"/>
            </a:xfrm>
            <a:custGeom>
              <a:rect b="b" l="l" r="r" t="t"/>
              <a:pathLst>
                <a:path extrusionOk="0" h="223" w="349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95" y="127"/>
                    <a:pt x="222" y="64"/>
                    <a:pt x="349" y="32"/>
                  </a:cubicBezTo>
                  <a:cubicBezTo>
                    <a:pt x="317" y="1"/>
                    <a:pt x="285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6075386" y="3172711"/>
              <a:ext cx="7517" cy="21501"/>
            </a:xfrm>
            <a:custGeom>
              <a:rect b="b" l="l" r="r" t="t"/>
              <a:pathLst>
                <a:path extrusionOk="0" h="635" w="222">
                  <a:moveTo>
                    <a:pt x="222" y="1"/>
                  </a:moveTo>
                  <a:lnTo>
                    <a:pt x="222" y="1"/>
                  </a:lnTo>
                  <a:cubicBezTo>
                    <a:pt x="95" y="33"/>
                    <a:pt x="0" y="191"/>
                    <a:pt x="0" y="381"/>
                  </a:cubicBezTo>
                  <a:cubicBezTo>
                    <a:pt x="0" y="476"/>
                    <a:pt x="32" y="571"/>
                    <a:pt x="95" y="634"/>
                  </a:cubicBezTo>
                  <a:cubicBezTo>
                    <a:pt x="95" y="413"/>
                    <a:pt x="159" y="191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5973501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014269" y="2760974"/>
              <a:ext cx="20384" cy="27901"/>
            </a:xfrm>
            <a:custGeom>
              <a:rect b="b" l="l" r="r" t="t"/>
              <a:pathLst>
                <a:path extrusionOk="0" h="824" w="602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317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5993885" y="2788840"/>
              <a:ext cx="19334" cy="25767"/>
            </a:xfrm>
            <a:custGeom>
              <a:rect b="b" l="l" r="r" t="t"/>
              <a:pathLst>
                <a:path extrusionOk="0" h="761" w="571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444"/>
                    <a:pt x="0" y="507"/>
                    <a:pt x="32" y="539"/>
                  </a:cubicBezTo>
                  <a:cubicBezTo>
                    <a:pt x="159" y="602"/>
                    <a:pt x="317" y="666"/>
                    <a:pt x="444" y="761"/>
                  </a:cubicBezTo>
                  <a:cubicBezTo>
                    <a:pt x="539" y="666"/>
                    <a:pt x="570" y="539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035702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6017486" y="2815657"/>
              <a:ext cx="17167" cy="15034"/>
            </a:xfrm>
            <a:custGeom>
              <a:rect b="b" l="l" r="r" t="t"/>
              <a:pathLst>
                <a:path extrusionOk="0" h="444" w="507">
                  <a:moveTo>
                    <a:pt x="222" y="0"/>
                  </a:moveTo>
                  <a:cubicBezTo>
                    <a:pt x="127" y="0"/>
                    <a:pt x="63" y="64"/>
                    <a:pt x="0" y="127"/>
                  </a:cubicBezTo>
                  <a:cubicBezTo>
                    <a:pt x="190" y="222"/>
                    <a:pt x="348" y="349"/>
                    <a:pt x="507" y="444"/>
                  </a:cubicBezTo>
                  <a:cubicBezTo>
                    <a:pt x="507" y="444"/>
                    <a:pt x="507" y="444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6035702" y="3118027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349" y="1"/>
                  </a:moveTo>
                  <a:cubicBezTo>
                    <a:pt x="254" y="96"/>
                    <a:pt x="127" y="191"/>
                    <a:pt x="0" y="318"/>
                  </a:cubicBezTo>
                  <a:cubicBezTo>
                    <a:pt x="0" y="318"/>
                    <a:pt x="0" y="349"/>
                    <a:pt x="0" y="381"/>
                  </a:cubicBezTo>
                  <a:cubicBezTo>
                    <a:pt x="0" y="603"/>
                    <a:pt x="127" y="793"/>
                    <a:pt x="285" y="793"/>
                  </a:cubicBezTo>
                  <a:cubicBezTo>
                    <a:pt x="444" y="793"/>
                    <a:pt x="570" y="603"/>
                    <a:pt x="570" y="381"/>
                  </a:cubicBezTo>
                  <a:cubicBezTo>
                    <a:pt x="570" y="191"/>
                    <a:pt x="475" y="33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5973501" y="3154494"/>
              <a:ext cx="19334" cy="17201"/>
            </a:xfrm>
            <a:custGeom>
              <a:rect b="b" l="l" r="r" t="t"/>
              <a:pathLst>
                <a:path extrusionOk="0" h="508" w="571">
                  <a:moveTo>
                    <a:pt x="571" y="1"/>
                  </a:moveTo>
                  <a:cubicBezTo>
                    <a:pt x="381" y="64"/>
                    <a:pt x="191" y="127"/>
                    <a:pt x="1" y="191"/>
                  </a:cubicBezTo>
                  <a:cubicBezTo>
                    <a:pt x="32" y="381"/>
                    <a:pt x="127" y="507"/>
                    <a:pt x="286" y="507"/>
                  </a:cubicBezTo>
                  <a:cubicBezTo>
                    <a:pt x="444" y="507"/>
                    <a:pt x="571" y="349"/>
                    <a:pt x="571" y="127"/>
                  </a:cubicBezTo>
                  <a:cubicBezTo>
                    <a:pt x="571" y="64"/>
                    <a:pt x="571" y="32"/>
                    <a:pt x="5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6014269" y="3144844"/>
              <a:ext cx="20384" cy="26851"/>
            </a:xfrm>
            <a:custGeom>
              <a:rect b="b" l="l" r="r" t="t"/>
              <a:pathLst>
                <a:path extrusionOk="0" h="793" w="602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5993885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6035702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5890951" y="2760974"/>
              <a:ext cx="20384" cy="27901"/>
            </a:xfrm>
            <a:custGeom>
              <a:rect b="b" l="l" r="r" t="t"/>
              <a:pathLst>
                <a:path extrusionOk="0" h="824" w="602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5932768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5915601" y="2788840"/>
              <a:ext cx="11817" cy="2167"/>
            </a:xfrm>
            <a:custGeom>
              <a:rect b="b" l="l" r="r" t="t"/>
              <a:pathLst>
                <a:path extrusionOk="0" h="64" w="349">
                  <a:moveTo>
                    <a:pt x="191" y="0"/>
                  </a:moveTo>
                  <a:cubicBezTo>
                    <a:pt x="127" y="0"/>
                    <a:pt x="64" y="32"/>
                    <a:pt x="0" y="64"/>
                  </a:cubicBezTo>
                  <a:lnTo>
                    <a:pt x="349" y="64"/>
                  </a:lnTo>
                  <a:cubicBezTo>
                    <a:pt x="317" y="32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5955285" y="2788840"/>
              <a:ext cx="18251" cy="10767"/>
            </a:xfrm>
            <a:custGeom>
              <a:rect b="b" l="l" r="r" t="t"/>
              <a:pathLst>
                <a:path extrusionOk="0" h="318" w="539">
                  <a:moveTo>
                    <a:pt x="254" y="0"/>
                  </a:moveTo>
                  <a:cubicBezTo>
                    <a:pt x="127" y="0"/>
                    <a:pt x="64" y="64"/>
                    <a:pt x="0" y="191"/>
                  </a:cubicBezTo>
                  <a:cubicBezTo>
                    <a:pt x="190" y="222"/>
                    <a:pt x="349" y="254"/>
                    <a:pt x="539" y="317"/>
                  </a:cubicBezTo>
                  <a:cubicBezTo>
                    <a:pt x="475" y="127"/>
                    <a:pt x="380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5894167" y="3167361"/>
              <a:ext cx="12901" cy="4334"/>
            </a:xfrm>
            <a:custGeom>
              <a:rect b="b" l="l" r="r" t="t"/>
              <a:pathLst>
                <a:path extrusionOk="0" h="128" w="381">
                  <a:moveTo>
                    <a:pt x="0" y="1"/>
                  </a:moveTo>
                  <a:cubicBezTo>
                    <a:pt x="32" y="96"/>
                    <a:pt x="127" y="127"/>
                    <a:pt x="190" y="127"/>
                  </a:cubicBezTo>
                  <a:cubicBezTo>
                    <a:pt x="285" y="127"/>
                    <a:pt x="348" y="96"/>
                    <a:pt x="380" y="32"/>
                  </a:cubicBezTo>
                  <a:cubicBezTo>
                    <a:pt x="253" y="32"/>
                    <a:pt x="127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5935985" y="3166278"/>
              <a:ext cx="15034" cy="5418"/>
            </a:xfrm>
            <a:custGeom>
              <a:rect b="b" l="l" r="r" t="t"/>
              <a:pathLst>
                <a:path extrusionOk="0" h="160" w="444">
                  <a:moveTo>
                    <a:pt x="444" y="1"/>
                  </a:moveTo>
                  <a:cubicBezTo>
                    <a:pt x="285" y="33"/>
                    <a:pt x="159" y="64"/>
                    <a:pt x="0" y="64"/>
                  </a:cubicBezTo>
                  <a:cubicBezTo>
                    <a:pt x="64" y="128"/>
                    <a:pt x="127" y="159"/>
                    <a:pt x="190" y="159"/>
                  </a:cubicBezTo>
                  <a:cubicBezTo>
                    <a:pt x="285" y="159"/>
                    <a:pt x="380" y="96"/>
                    <a:pt x="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5912384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6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5953118" y="317166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59" y="824"/>
                    <a:pt x="318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5809450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5851267" y="2760974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5829800" y="2788840"/>
              <a:ext cx="20418" cy="23634"/>
            </a:xfrm>
            <a:custGeom>
              <a:rect b="b" l="l" r="r" t="t"/>
              <a:pathLst>
                <a:path extrusionOk="0" h="698" w="603">
                  <a:moveTo>
                    <a:pt x="286" y="0"/>
                  </a:moveTo>
                  <a:cubicBezTo>
                    <a:pt x="128" y="0"/>
                    <a:pt x="1" y="191"/>
                    <a:pt x="1" y="412"/>
                  </a:cubicBezTo>
                  <a:cubicBezTo>
                    <a:pt x="1" y="507"/>
                    <a:pt x="33" y="602"/>
                    <a:pt x="96" y="697"/>
                  </a:cubicBezTo>
                  <a:cubicBezTo>
                    <a:pt x="254" y="602"/>
                    <a:pt x="413" y="539"/>
                    <a:pt x="571" y="476"/>
                  </a:cubicBezTo>
                  <a:cubicBezTo>
                    <a:pt x="603" y="444"/>
                    <a:pt x="603" y="412"/>
                    <a:pt x="603" y="412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5872700" y="2788840"/>
              <a:ext cx="16117" cy="8600"/>
            </a:xfrm>
            <a:custGeom>
              <a:rect b="b" l="l" r="r" t="t"/>
              <a:pathLst>
                <a:path extrusionOk="0" h="254" w="476">
                  <a:moveTo>
                    <a:pt x="254" y="0"/>
                  </a:moveTo>
                  <a:cubicBezTo>
                    <a:pt x="127" y="0"/>
                    <a:pt x="32" y="96"/>
                    <a:pt x="1" y="254"/>
                  </a:cubicBezTo>
                  <a:cubicBezTo>
                    <a:pt x="159" y="191"/>
                    <a:pt x="317" y="159"/>
                    <a:pt x="476" y="159"/>
                  </a:cubicBezTo>
                  <a:cubicBezTo>
                    <a:pt x="444" y="64"/>
                    <a:pt x="349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5809450" y="2815657"/>
              <a:ext cx="13950" cy="10734"/>
            </a:xfrm>
            <a:custGeom>
              <a:rect b="b" l="l" r="r" t="t"/>
              <a:pathLst>
                <a:path extrusionOk="0" h="317" w="412">
                  <a:moveTo>
                    <a:pt x="285" y="0"/>
                  </a:moveTo>
                  <a:cubicBezTo>
                    <a:pt x="159" y="0"/>
                    <a:pt x="32" y="159"/>
                    <a:pt x="0" y="317"/>
                  </a:cubicBezTo>
                  <a:cubicBezTo>
                    <a:pt x="127" y="222"/>
                    <a:pt x="285" y="127"/>
                    <a:pt x="412" y="64"/>
                  </a:cubicBezTo>
                  <a:cubicBezTo>
                    <a:pt x="380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5809450" y="314484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5851267" y="3156628"/>
              <a:ext cx="18251" cy="15068"/>
            </a:xfrm>
            <a:custGeom>
              <a:rect b="b" l="l" r="r" t="t"/>
              <a:pathLst>
                <a:path extrusionOk="0" h="445" w="539">
                  <a:moveTo>
                    <a:pt x="0" y="1"/>
                  </a:moveTo>
                  <a:cubicBezTo>
                    <a:pt x="0" y="1"/>
                    <a:pt x="0" y="33"/>
                    <a:pt x="0" y="64"/>
                  </a:cubicBezTo>
                  <a:cubicBezTo>
                    <a:pt x="0" y="286"/>
                    <a:pt x="127" y="444"/>
                    <a:pt x="285" y="444"/>
                  </a:cubicBezTo>
                  <a:cubicBezTo>
                    <a:pt x="412" y="444"/>
                    <a:pt x="507" y="349"/>
                    <a:pt x="539" y="191"/>
                  </a:cubicBezTo>
                  <a:cubicBezTo>
                    <a:pt x="349" y="128"/>
                    <a:pt x="159" y="64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5829800" y="3171661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5871651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5768682" y="2760974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5748332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53" y="0"/>
                  </a:moveTo>
                  <a:cubicBezTo>
                    <a:pt x="190" y="127"/>
                    <a:pt x="95" y="254"/>
                    <a:pt x="0" y="349"/>
                  </a:cubicBezTo>
                  <a:cubicBezTo>
                    <a:pt x="0" y="349"/>
                    <a:pt x="0" y="381"/>
                    <a:pt x="0" y="381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1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5790150" y="278884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5727949" y="2815657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5768682" y="2815657"/>
              <a:ext cx="20418" cy="27901"/>
            </a:xfrm>
            <a:custGeom>
              <a:rect b="b" l="l" r="r" t="t"/>
              <a:pathLst>
                <a:path extrusionOk="0" h="824" w="603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5748332" y="2843524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3" y="792"/>
                    <a:pt x="570" y="634"/>
                    <a:pt x="570" y="412"/>
                  </a:cubicBezTo>
                  <a:cubicBezTo>
                    <a:pt x="570" y="191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5727949" y="287034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5726865" y="2925025"/>
              <a:ext cx="11851" cy="26851"/>
            </a:xfrm>
            <a:custGeom>
              <a:rect b="b" l="l" r="r" t="t"/>
              <a:pathLst>
                <a:path extrusionOk="0" h="793" w="350">
                  <a:moveTo>
                    <a:pt x="317" y="0"/>
                  </a:moveTo>
                  <a:cubicBezTo>
                    <a:pt x="159" y="0"/>
                    <a:pt x="1" y="190"/>
                    <a:pt x="1" y="412"/>
                  </a:cubicBezTo>
                  <a:cubicBezTo>
                    <a:pt x="1" y="570"/>
                    <a:pt x="96" y="729"/>
                    <a:pt x="191" y="792"/>
                  </a:cubicBezTo>
                  <a:cubicBezTo>
                    <a:pt x="222" y="539"/>
                    <a:pt x="286" y="285"/>
                    <a:pt x="349" y="32"/>
                  </a:cubicBezTo>
                  <a:cubicBezTo>
                    <a:pt x="349" y="32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5726865" y="2982926"/>
              <a:ext cx="6467" cy="23634"/>
            </a:xfrm>
            <a:custGeom>
              <a:rect b="b" l="l" r="r" t="t"/>
              <a:pathLst>
                <a:path extrusionOk="0" h="698" w="191">
                  <a:moveTo>
                    <a:pt x="127" y="1"/>
                  </a:moveTo>
                  <a:cubicBezTo>
                    <a:pt x="64" y="64"/>
                    <a:pt x="1" y="191"/>
                    <a:pt x="1" y="317"/>
                  </a:cubicBezTo>
                  <a:cubicBezTo>
                    <a:pt x="1" y="476"/>
                    <a:pt x="96" y="634"/>
                    <a:pt x="191" y="697"/>
                  </a:cubicBezTo>
                  <a:cubicBezTo>
                    <a:pt x="159" y="476"/>
                    <a:pt x="127" y="254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5727949" y="3035477"/>
              <a:ext cx="18251" cy="26851"/>
            </a:xfrm>
            <a:custGeom>
              <a:rect b="b" l="l" r="r" t="t"/>
              <a:pathLst>
                <a:path extrusionOk="0" h="793" w="539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380" y="792"/>
                    <a:pt x="507" y="697"/>
                    <a:pt x="539" y="539"/>
                  </a:cubicBezTo>
                  <a:cubicBezTo>
                    <a:pt x="475" y="380"/>
                    <a:pt x="412" y="190"/>
                    <a:pt x="34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5748332" y="3065510"/>
              <a:ext cx="16117" cy="24684"/>
            </a:xfrm>
            <a:custGeom>
              <a:rect b="b" l="l" r="r" t="t"/>
              <a:pathLst>
                <a:path extrusionOk="0" h="729" w="476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8"/>
                    <a:pt x="127" y="728"/>
                    <a:pt x="285" y="728"/>
                  </a:cubicBezTo>
                  <a:cubicBezTo>
                    <a:pt x="348" y="728"/>
                    <a:pt x="412" y="697"/>
                    <a:pt x="475" y="633"/>
                  </a:cubicBezTo>
                  <a:cubicBezTo>
                    <a:pt x="317" y="443"/>
                    <a:pt x="190" y="222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5727949" y="3090160"/>
              <a:ext cx="19334" cy="26851"/>
            </a:xfrm>
            <a:custGeom>
              <a:rect b="b" l="l" r="r" t="t"/>
              <a:pathLst>
                <a:path extrusionOk="0" h="793" w="571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5768682" y="3095510"/>
              <a:ext cx="17201" cy="21501"/>
            </a:xfrm>
            <a:custGeom>
              <a:rect b="b" l="l" r="r" t="t"/>
              <a:pathLst>
                <a:path extrusionOk="0" h="635" w="508">
                  <a:moveTo>
                    <a:pt x="64" y="1"/>
                  </a:moveTo>
                  <a:cubicBezTo>
                    <a:pt x="32" y="64"/>
                    <a:pt x="1" y="159"/>
                    <a:pt x="1" y="254"/>
                  </a:cubicBezTo>
                  <a:cubicBezTo>
                    <a:pt x="1" y="476"/>
                    <a:pt x="128" y="634"/>
                    <a:pt x="286" y="634"/>
                  </a:cubicBezTo>
                  <a:cubicBezTo>
                    <a:pt x="381" y="634"/>
                    <a:pt x="444" y="603"/>
                    <a:pt x="508" y="539"/>
                  </a:cubicBezTo>
                  <a:cubicBezTo>
                    <a:pt x="349" y="349"/>
                    <a:pt x="191" y="19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5748332" y="3116978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5790150" y="3120194"/>
              <a:ext cx="19334" cy="24684"/>
            </a:xfrm>
            <a:custGeom>
              <a:rect b="b" l="l" r="r" t="t"/>
              <a:pathLst>
                <a:path extrusionOk="0" h="729" w="571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9"/>
                    <a:pt x="127" y="729"/>
                    <a:pt x="285" y="729"/>
                  </a:cubicBezTo>
                  <a:cubicBezTo>
                    <a:pt x="412" y="729"/>
                    <a:pt x="539" y="570"/>
                    <a:pt x="570" y="380"/>
                  </a:cubicBezTo>
                  <a:cubicBezTo>
                    <a:pt x="412" y="285"/>
                    <a:pt x="254" y="159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5732249" y="3144844"/>
              <a:ext cx="15034" cy="13984"/>
            </a:xfrm>
            <a:custGeom>
              <a:rect b="b" l="l" r="r" t="t"/>
              <a:pathLst>
                <a:path extrusionOk="0" h="413" w="444">
                  <a:moveTo>
                    <a:pt x="158" y="1"/>
                  </a:moveTo>
                  <a:cubicBezTo>
                    <a:pt x="95" y="1"/>
                    <a:pt x="32" y="32"/>
                    <a:pt x="0" y="64"/>
                  </a:cubicBezTo>
                  <a:cubicBezTo>
                    <a:pt x="127" y="127"/>
                    <a:pt x="253" y="222"/>
                    <a:pt x="348" y="317"/>
                  </a:cubicBezTo>
                  <a:cubicBezTo>
                    <a:pt x="380" y="349"/>
                    <a:pt x="412" y="381"/>
                    <a:pt x="443" y="412"/>
                  </a:cubicBezTo>
                  <a:cubicBezTo>
                    <a:pt x="443" y="191"/>
                    <a:pt x="317" y="1"/>
                    <a:pt x="15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5768682" y="3144844"/>
              <a:ext cx="20418" cy="26851"/>
            </a:xfrm>
            <a:custGeom>
              <a:rect b="b" l="l" r="r" t="t"/>
              <a:pathLst>
                <a:path extrusionOk="0" h="793" w="603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5756899" y="3171661"/>
              <a:ext cx="10767" cy="21467"/>
            </a:xfrm>
            <a:custGeom>
              <a:rect b="b" l="l" r="r" t="t"/>
              <a:pathLst>
                <a:path extrusionOk="0" h="634" w="318">
                  <a:moveTo>
                    <a:pt x="0" y="0"/>
                  </a:moveTo>
                  <a:cubicBezTo>
                    <a:pt x="127" y="222"/>
                    <a:pt x="222" y="412"/>
                    <a:pt x="285" y="634"/>
                  </a:cubicBezTo>
                  <a:cubicBezTo>
                    <a:pt x="317" y="570"/>
                    <a:pt x="317" y="507"/>
                    <a:pt x="317" y="412"/>
                  </a:cubicBezTo>
                  <a:cubicBezTo>
                    <a:pt x="317" y="190"/>
                    <a:pt x="190" y="0"/>
                    <a:pt x="3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5790150" y="3171661"/>
              <a:ext cx="19334" cy="27901"/>
            </a:xfrm>
            <a:custGeom>
              <a:rect b="b" l="l" r="r" t="t"/>
              <a:pathLst>
                <a:path extrusionOk="0" h="824" w="571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3487873" y="2949675"/>
              <a:ext cx="2469579" cy="1707153"/>
            </a:xfrm>
            <a:custGeom>
              <a:rect b="b" l="l" r="r" t="t"/>
              <a:pathLst>
                <a:path extrusionOk="0" h="50418" w="72935">
                  <a:moveTo>
                    <a:pt x="824" y="1"/>
                  </a:moveTo>
                  <a:cubicBezTo>
                    <a:pt x="349" y="1"/>
                    <a:pt x="1" y="381"/>
                    <a:pt x="1" y="793"/>
                  </a:cubicBezTo>
                  <a:lnTo>
                    <a:pt x="1" y="46174"/>
                  </a:lnTo>
                  <a:cubicBezTo>
                    <a:pt x="1" y="46617"/>
                    <a:pt x="349" y="46966"/>
                    <a:pt x="824" y="46966"/>
                  </a:cubicBezTo>
                  <a:lnTo>
                    <a:pt x="34615" y="46966"/>
                  </a:lnTo>
                  <a:lnTo>
                    <a:pt x="34615" y="50418"/>
                  </a:lnTo>
                  <a:lnTo>
                    <a:pt x="38637" y="50418"/>
                  </a:lnTo>
                  <a:lnTo>
                    <a:pt x="38637" y="46966"/>
                  </a:lnTo>
                  <a:lnTo>
                    <a:pt x="72111" y="46966"/>
                  </a:lnTo>
                  <a:cubicBezTo>
                    <a:pt x="72555" y="46966"/>
                    <a:pt x="72935" y="46617"/>
                    <a:pt x="72935" y="46174"/>
                  </a:cubicBezTo>
                  <a:lnTo>
                    <a:pt x="72935" y="793"/>
                  </a:lnTo>
                  <a:cubicBezTo>
                    <a:pt x="72935" y="381"/>
                    <a:pt x="72555" y="1"/>
                    <a:pt x="7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3483606" y="2945409"/>
              <a:ext cx="2478146" cy="1714637"/>
            </a:xfrm>
            <a:custGeom>
              <a:rect b="b" l="l" r="r" t="t"/>
              <a:pathLst>
                <a:path extrusionOk="0" h="50639" w="73188">
                  <a:moveTo>
                    <a:pt x="72237" y="254"/>
                  </a:moveTo>
                  <a:cubicBezTo>
                    <a:pt x="72617" y="254"/>
                    <a:pt x="72934" y="570"/>
                    <a:pt x="72934" y="919"/>
                  </a:cubicBezTo>
                  <a:lnTo>
                    <a:pt x="72934" y="46300"/>
                  </a:lnTo>
                  <a:cubicBezTo>
                    <a:pt x="72934" y="46680"/>
                    <a:pt x="72617" y="46965"/>
                    <a:pt x="72237" y="46965"/>
                  </a:cubicBezTo>
                  <a:lnTo>
                    <a:pt x="38636" y="46965"/>
                  </a:lnTo>
                  <a:lnTo>
                    <a:pt x="38636" y="50417"/>
                  </a:lnTo>
                  <a:lnTo>
                    <a:pt x="34868" y="50417"/>
                  </a:lnTo>
                  <a:lnTo>
                    <a:pt x="34868" y="46965"/>
                  </a:lnTo>
                  <a:lnTo>
                    <a:pt x="950" y="46965"/>
                  </a:lnTo>
                  <a:cubicBezTo>
                    <a:pt x="538" y="46965"/>
                    <a:pt x="222" y="46680"/>
                    <a:pt x="222" y="46300"/>
                  </a:cubicBezTo>
                  <a:lnTo>
                    <a:pt x="222" y="919"/>
                  </a:lnTo>
                  <a:cubicBezTo>
                    <a:pt x="222" y="570"/>
                    <a:pt x="538" y="254"/>
                    <a:pt x="950" y="254"/>
                  </a:cubicBezTo>
                  <a:close/>
                  <a:moveTo>
                    <a:pt x="950" y="0"/>
                  </a:moveTo>
                  <a:cubicBezTo>
                    <a:pt x="412" y="0"/>
                    <a:pt x="0" y="412"/>
                    <a:pt x="0" y="919"/>
                  </a:cubicBezTo>
                  <a:lnTo>
                    <a:pt x="0" y="46300"/>
                  </a:lnTo>
                  <a:cubicBezTo>
                    <a:pt x="0" y="46807"/>
                    <a:pt x="412" y="47218"/>
                    <a:pt x="950" y="47218"/>
                  </a:cubicBezTo>
                  <a:lnTo>
                    <a:pt x="34646" y="47218"/>
                  </a:lnTo>
                  <a:lnTo>
                    <a:pt x="34646" y="50639"/>
                  </a:lnTo>
                  <a:lnTo>
                    <a:pt x="38890" y="50639"/>
                  </a:lnTo>
                  <a:lnTo>
                    <a:pt x="38890" y="47218"/>
                  </a:lnTo>
                  <a:lnTo>
                    <a:pt x="72237" y="47218"/>
                  </a:lnTo>
                  <a:cubicBezTo>
                    <a:pt x="72744" y="47218"/>
                    <a:pt x="73187" y="46807"/>
                    <a:pt x="73187" y="46300"/>
                  </a:cubicBezTo>
                  <a:lnTo>
                    <a:pt x="73187" y="919"/>
                  </a:lnTo>
                  <a:cubicBezTo>
                    <a:pt x="73187" y="412"/>
                    <a:pt x="72744" y="0"/>
                    <a:pt x="722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3562940" y="3017226"/>
              <a:ext cx="2304444" cy="1446601"/>
            </a:xfrm>
            <a:custGeom>
              <a:rect b="b" l="l" r="r" t="t"/>
              <a:pathLst>
                <a:path extrusionOk="0" h="42723" w="68058">
                  <a:moveTo>
                    <a:pt x="1" y="1"/>
                  </a:moveTo>
                  <a:lnTo>
                    <a:pt x="1" y="42722"/>
                  </a:lnTo>
                  <a:lnTo>
                    <a:pt x="68057" y="42722"/>
                  </a:lnTo>
                  <a:lnTo>
                    <a:pt x="68057" y="1"/>
                  </a:lnTo>
                  <a:close/>
                </a:path>
              </a:pathLst>
            </a:custGeom>
            <a:solidFill>
              <a:srgbClr val="75F2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4046563" y="4602111"/>
              <a:ext cx="1362933" cy="60101"/>
            </a:xfrm>
            <a:custGeom>
              <a:rect b="b" l="l" r="r" t="t"/>
              <a:pathLst>
                <a:path extrusionOk="0" h="1775" w="40252">
                  <a:moveTo>
                    <a:pt x="760" y="1"/>
                  </a:moveTo>
                  <a:cubicBezTo>
                    <a:pt x="349" y="1"/>
                    <a:pt x="0" y="412"/>
                    <a:pt x="0" y="887"/>
                  </a:cubicBezTo>
                  <a:cubicBezTo>
                    <a:pt x="0" y="1362"/>
                    <a:pt x="349" y="1774"/>
                    <a:pt x="760" y="1774"/>
                  </a:cubicBezTo>
                  <a:lnTo>
                    <a:pt x="39492" y="1774"/>
                  </a:lnTo>
                  <a:cubicBezTo>
                    <a:pt x="39903" y="1774"/>
                    <a:pt x="40252" y="1362"/>
                    <a:pt x="40252" y="887"/>
                  </a:cubicBezTo>
                  <a:cubicBezTo>
                    <a:pt x="40252" y="412"/>
                    <a:pt x="39903" y="1"/>
                    <a:pt x="394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4043346" y="4598894"/>
              <a:ext cx="1370450" cy="66535"/>
            </a:xfrm>
            <a:custGeom>
              <a:rect b="b" l="l" r="r" t="t"/>
              <a:pathLst>
                <a:path extrusionOk="0" h="1965" w="40474">
                  <a:moveTo>
                    <a:pt x="39587" y="222"/>
                  </a:moveTo>
                  <a:cubicBezTo>
                    <a:pt x="39935" y="222"/>
                    <a:pt x="40220" y="571"/>
                    <a:pt x="40220" y="982"/>
                  </a:cubicBezTo>
                  <a:cubicBezTo>
                    <a:pt x="40220" y="1394"/>
                    <a:pt x="39935" y="1742"/>
                    <a:pt x="39587" y="1742"/>
                  </a:cubicBezTo>
                  <a:lnTo>
                    <a:pt x="855" y="1742"/>
                  </a:lnTo>
                  <a:cubicBezTo>
                    <a:pt x="507" y="1742"/>
                    <a:pt x="222" y="1394"/>
                    <a:pt x="222" y="982"/>
                  </a:cubicBezTo>
                  <a:cubicBezTo>
                    <a:pt x="222" y="571"/>
                    <a:pt x="507" y="222"/>
                    <a:pt x="855" y="222"/>
                  </a:cubicBezTo>
                  <a:close/>
                  <a:moveTo>
                    <a:pt x="855" y="1"/>
                  </a:moveTo>
                  <a:cubicBezTo>
                    <a:pt x="380" y="1"/>
                    <a:pt x="0" y="444"/>
                    <a:pt x="0" y="982"/>
                  </a:cubicBezTo>
                  <a:cubicBezTo>
                    <a:pt x="0" y="1521"/>
                    <a:pt x="380" y="1964"/>
                    <a:pt x="855" y="1964"/>
                  </a:cubicBezTo>
                  <a:lnTo>
                    <a:pt x="39587" y="1964"/>
                  </a:lnTo>
                  <a:cubicBezTo>
                    <a:pt x="40062" y="1964"/>
                    <a:pt x="40473" y="1521"/>
                    <a:pt x="40473" y="982"/>
                  </a:cubicBezTo>
                  <a:cubicBezTo>
                    <a:pt x="40473" y="444"/>
                    <a:pt x="40062" y="1"/>
                    <a:pt x="39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3990795" y="2422103"/>
              <a:ext cx="1493768" cy="1051962"/>
            </a:xfrm>
            <a:custGeom>
              <a:rect b="b" l="l" r="r" t="t"/>
              <a:pathLst>
                <a:path extrusionOk="0" h="31068" w="44116"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4067996" y="3308896"/>
              <a:ext cx="408589" cy="16117"/>
            </a:xfrm>
            <a:custGeom>
              <a:rect b="b" l="l" r="r" t="t"/>
              <a:pathLst>
                <a:path extrusionOk="0" h="476" w="12067">
                  <a:moveTo>
                    <a:pt x="1" y="1"/>
                  </a:moveTo>
                  <a:lnTo>
                    <a:pt x="1" y="476"/>
                  </a:lnTo>
                  <a:lnTo>
                    <a:pt x="12067" y="476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4067996" y="3346447"/>
              <a:ext cx="395722" cy="16117"/>
            </a:xfrm>
            <a:custGeom>
              <a:rect b="b" l="l" r="r" t="t"/>
              <a:pathLst>
                <a:path extrusionOk="0" h="476" w="11687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4067996" y="3383964"/>
              <a:ext cx="361422" cy="17201"/>
            </a:xfrm>
            <a:custGeom>
              <a:rect b="b" l="l" r="r" t="t"/>
              <a:pathLst>
                <a:path extrusionOk="0" h="508" w="10674">
                  <a:moveTo>
                    <a:pt x="1" y="1"/>
                  </a:moveTo>
                  <a:lnTo>
                    <a:pt x="1" y="507"/>
                  </a:lnTo>
                  <a:lnTo>
                    <a:pt x="10673" y="507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4929056" y="2871425"/>
              <a:ext cx="408589" cy="16117"/>
            </a:xfrm>
            <a:custGeom>
              <a:rect b="b" l="l" r="r" t="t"/>
              <a:pathLst>
                <a:path extrusionOk="0" h="476" w="12067">
                  <a:moveTo>
                    <a:pt x="1" y="0"/>
                  </a:moveTo>
                  <a:lnTo>
                    <a:pt x="1" y="475"/>
                  </a:lnTo>
                  <a:lnTo>
                    <a:pt x="12067" y="475"/>
                  </a:lnTo>
                  <a:lnTo>
                    <a:pt x="1206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4929056" y="2908942"/>
              <a:ext cx="395722" cy="16117"/>
            </a:xfrm>
            <a:custGeom>
              <a:rect b="b" l="l" r="r" t="t"/>
              <a:pathLst>
                <a:path extrusionOk="0" h="476" w="11687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4929056" y="2946459"/>
              <a:ext cx="361422" cy="17201"/>
            </a:xfrm>
            <a:custGeom>
              <a:rect b="b" l="l" r="r" t="t"/>
              <a:pathLst>
                <a:path extrusionOk="0" h="508" w="10674">
                  <a:moveTo>
                    <a:pt x="1" y="1"/>
                  </a:moveTo>
                  <a:lnTo>
                    <a:pt x="1" y="508"/>
                  </a:lnTo>
                  <a:lnTo>
                    <a:pt x="10673" y="508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5052374" y="3203828"/>
              <a:ext cx="330304" cy="12901"/>
            </a:xfrm>
            <a:custGeom>
              <a:rect b="b" l="l" r="r" t="t"/>
              <a:pathLst>
                <a:path extrusionOk="0" h="381" w="9755">
                  <a:moveTo>
                    <a:pt x="1" y="0"/>
                  </a:moveTo>
                  <a:lnTo>
                    <a:pt x="1" y="380"/>
                  </a:lnTo>
                  <a:lnTo>
                    <a:pt x="9755" y="380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5052374" y="3233862"/>
              <a:ext cx="319605" cy="13950"/>
            </a:xfrm>
            <a:custGeom>
              <a:rect b="b" l="l" r="r" t="t"/>
              <a:pathLst>
                <a:path extrusionOk="0" h="412" w="9439">
                  <a:moveTo>
                    <a:pt x="1" y="0"/>
                  </a:moveTo>
                  <a:lnTo>
                    <a:pt x="1" y="412"/>
                  </a:lnTo>
                  <a:lnTo>
                    <a:pt x="9438" y="412"/>
                  </a:lnTo>
                  <a:lnTo>
                    <a:pt x="943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5052374" y="3264946"/>
              <a:ext cx="291704" cy="12901"/>
            </a:xfrm>
            <a:custGeom>
              <a:rect b="b" l="l" r="r" t="t"/>
              <a:pathLst>
                <a:path extrusionOk="0" h="381" w="8615">
                  <a:moveTo>
                    <a:pt x="1" y="0"/>
                  </a:moveTo>
                  <a:lnTo>
                    <a:pt x="1" y="381"/>
                  </a:lnTo>
                  <a:lnTo>
                    <a:pt x="8615" y="381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>
              <a:off x="5052374" y="3294980"/>
              <a:ext cx="273487" cy="13950"/>
            </a:xfrm>
            <a:custGeom>
              <a:rect b="b" l="l" r="r" t="t"/>
              <a:pathLst>
                <a:path extrusionOk="0" h="412" w="8077">
                  <a:moveTo>
                    <a:pt x="1" y="0"/>
                  </a:moveTo>
                  <a:lnTo>
                    <a:pt x="1" y="412"/>
                  </a:lnTo>
                  <a:lnTo>
                    <a:pt x="8076" y="412"/>
                  </a:lnTo>
                  <a:lnTo>
                    <a:pt x="807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5052374" y="3326063"/>
              <a:ext cx="256320" cy="12901"/>
            </a:xfrm>
            <a:custGeom>
              <a:rect b="b" l="l" r="r" t="t"/>
              <a:pathLst>
                <a:path extrusionOk="0" h="381" w="7570">
                  <a:moveTo>
                    <a:pt x="1" y="1"/>
                  </a:moveTo>
                  <a:lnTo>
                    <a:pt x="1" y="381"/>
                  </a:lnTo>
                  <a:lnTo>
                    <a:pt x="7570" y="381"/>
                  </a:lnTo>
                  <a:lnTo>
                    <a:pt x="7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5052374" y="3356097"/>
              <a:ext cx="235970" cy="13984"/>
            </a:xfrm>
            <a:custGeom>
              <a:rect b="b" l="l" r="r" t="t"/>
              <a:pathLst>
                <a:path extrusionOk="0" h="413" w="6969">
                  <a:moveTo>
                    <a:pt x="1" y="0"/>
                  </a:moveTo>
                  <a:lnTo>
                    <a:pt x="1" y="412"/>
                  </a:lnTo>
                  <a:lnTo>
                    <a:pt x="6968" y="412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"/>
            <p:cNvSpPr/>
            <p:nvPr/>
          </p:nvSpPr>
          <p:spPr>
            <a:xfrm>
              <a:off x="4721054" y="3118027"/>
              <a:ext cx="279887" cy="264921"/>
            </a:xfrm>
            <a:custGeom>
              <a:rect b="b" l="l" r="r" t="t"/>
              <a:pathLst>
                <a:path extrusionOk="0" h="7824" w="8266">
                  <a:moveTo>
                    <a:pt x="855" y="1"/>
                  </a:moveTo>
                  <a:cubicBezTo>
                    <a:pt x="380" y="1"/>
                    <a:pt x="0" y="413"/>
                    <a:pt x="0" y="951"/>
                  </a:cubicBezTo>
                  <a:lnTo>
                    <a:pt x="0" y="6873"/>
                  </a:lnTo>
                  <a:cubicBezTo>
                    <a:pt x="0" y="7411"/>
                    <a:pt x="380" y="7823"/>
                    <a:pt x="855" y="7823"/>
                  </a:cubicBezTo>
                  <a:lnTo>
                    <a:pt x="7411" y="7823"/>
                  </a:lnTo>
                  <a:cubicBezTo>
                    <a:pt x="7886" y="7823"/>
                    <a:pt x="8266" y="7411"/>
                    <a:pt x="8266" y="6873"/>
                  </a:cubicBezTo>
                  <a:lnTo>
                    <a:pt x="8266" y="5606"/>
                  </a:lnTo>
                  <a:lnTo>
                    <a:pt x="8266" y="951"/>
                  </a:lnTo>
                  <a:cubicBezTo>
                    <a:pt x="8266" y="413"/>
                    <a:pt x="7886" y="1"/>
                    <a:pt x="7411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"/>
            <p:cNvSpPr/>
            <p:nvPr/>
          </p:nvSpPr>
          <p:spPr>
            <a:xfrm>
              <a:off x="4722104" y="3118027"/>
              <a:ext cx="278837" cy="65451"/>
            </a:xfrm>
            <a:custGeom>
              <a:rect b="b" l="l" r="r" t="t"/>
              <a:pathLst>
                <a:path extrusionOk="0" h="1933" w="8235">
                  <a:moveTo>
                    <a:pt x="729" y="1"/>
                  </a:moveTo>
                  <a:cubicBezTo>
                    <a:pt x="318" y="1"/>
                    <a:pt x="1" y="318"/>
                    <a:pt x="1" y="729"/>
                  </a:cubicBezTo>
                  <a:lnTo>
                    <a:pt x="1" y="1933"/>
                  </a:lnTo>
                  <a:lnTo>
                    <a:pt x="8235" y="1933"/>
                  </a:lnTo>
                  <a:lnTo>
                    <a:pt x="8235" y="729"/>
                  </a:lnTo>
                  <a:cubicBezTo>
                    <a:pt x="8235" y="318"/>
                    <a:pt x="7886" y="1"/>
                    <a:pt x="75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"/>
            <p:cNvSpPr/>
            <p:nvPr/>
          </p:nvSpPr>
          <p:spPr>
            <a:xfrm>
              <a:off x="4756438" y="3099811"/>
              <a:ext cx="12901" cy="57934"/>
            </a:xfrm>
            <a:custGeom>
              <a:rect b="b" l="l" r="r" t="t"/>
              <a:pathLst>
                <a:path extrusionOk="0" h="1711" w="381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1521"/>
                  </a:lnTo>
                  <a:cubicBezTo>
                    <a:pt x="0" y="1616"/>
                    <a:pt x="64" y="1711"/>
                    <a:pt x="190" y="1711"/>
                  </a:cubicBezTo>
                  <a:cubicBezTo>
                    <a:pt x="285" y="1711"/>
                    <a:pt x="380" y="1616"/>
                    <a:pt x="380" y="1521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>
              <a:off x="4952656" y="3099811"/>
              <a:ext cx="13984" cy="57934"/>
            </a:xfrm>
            <a:custGeom>
              <a:rect b="b" l="l" r="r" t="t"/>
              <a:pathLst>
                <a:path extrusionOk="0" h="1711" w="413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521"/>
                  </a:lnTo>
                  <a:cubicBezTo>
                    <a:pt x="1" y="1616"/>
                    <a:pt x="96" y="1711"/>
                    <a:pt x="191" y="1711"/>
                  </a:cubicBezTo>
                  <a:cubicBezTo>
                    <a:pt x="317" y="1711"/>
                    <a:pt x="412" y="1616"/>
                    <a:pt x="412" y="1521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4751054" y="3225262"/>
              <a:ext cx="31151" cy="30068"/>
            </a:xfrm>
            <a:custGeom>
              <a:rect b="b" l="l" r="r" t="t"/>
              <a:pathLst>
                <a:path extrusionOk="0" h="888" w="92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"/>
            <p:cNvSpPr/>
            <p:nvPr/>
          </p:nvSpPr>
          <p:spPr>
            <a:xfrm>
              <a:off x="4796088" y="3225262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"/>
            <p:cNvSpPr/>
            <p:nvPr/>
          </p:nvSpPr>
          <p:spPr>
            <a:xfrm>
              <a:off x="4841155" y="3225262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3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"/>
            <p:cNvSpPr/>
            <p:nvPr/>
          </p:nvSpPr>
          <p:spPr>
            <a:xfrm>
              <a:off x="4886189" y="3225262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"/>
            <p:cNvSpPr/>
            <p:nvPr/>
          </p:nvSpPr>
          <p:spPr>
            <a:xfrm>
              <a:off x="4931223" y="3225262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"/>
            <p:cNvSpPr/>
            <p:nvPr/>
          </p:nvSpPr>
          <p:spPr>
            <a:xfrm>
              <a:off x="4751054" y="3269246"/>
              <a:ext cx="31151" cy="30034"/>
            </a:xfrm>
            <a:custGeom>
              <a:rect b="b" l="l" r="r" t="t"/>
              <a:pathLst>
                <a:path extrusionOk="0" h="887" w="92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919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"/>
            <p:cNvSpPr/>
            <p:nvPr/>
          </p:nvSpPr>
          <p:spPr>
            <a:xfrm>
              <a:off x="4796088" y="3269246"/>
              <a:ext cx="30068" cy="30034"/>
            </a:xfrm>
            <a:custGeom>
              <a:rect b="b" l="l" r="r" t="t"/>
              <a:pathLst>
                <a:path extrusionOk="0" h="887" w="888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888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"/>
            <p:cNvSpPr/>
            <p:nvPr/>
          </p:nvSpPr>
          <p:spPr>
            <a:xfrm>
              <a:off x="4841155" y="3269246"/>
              <a:ext cx="30034" cy="30034"/>
            </a:xfrm>
            <a:custGeom>
              <a:rect b="b" l="l" r="r" t="t"/>
              <a:pathLst>
                <a:path extrusionOk="0" h="887" w="887">
                  <a:moveTo>
                    <a:pt x="443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3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"/>
            <p:cNvSpPr/>
            <p:nvPr/>
          </p:nvSpPr>
          <p:spPr>
            <a:xfrm>
              <a:off x="4886189" y="3269246"/>
              <a:ext cx="30034" cy="30034"/>
            </a:xfrm>
            <a:custGeom>
              <a:rect b="b" l="l" r="r" t="t"/>
              <a:pathLst>
                <a:path extrusionOk="0" h="887" w="887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"/>
            <p:cNvSpPr/>
            <p:nvPr/>
          </p:nvSpPr>
          <p:spPr>
            <a:xfrm>
              <a:off x="4931223" y="3269246"/>
              <a:ext cx="30068" cy="30034"/>
            </a:xfrm>
            <a:custGeom>
              <a:rect b="b" l="l" r="r" t="t"/>
              <a:pathLst>
                <a:path extrusionOk="0" h="887" w="888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"/>
            <p:cNvSpPr/>
            <p:nvPr/>
          </p:nvSpPr>
          <p:spPr>
            <a:xfrm>
              <a:off x="4751054" y="3313196"/>
              <a:ext cx="31151" cy="30068"/>
            </a:xfrm>
            <a:custGeom>
              <a:rect b="b" l="l" r="r" t="t"/>
              <a:pathLst>
                <a:path extrusionOk="0" h="888" w="92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"/>
            <p:cNvSpPr/>
            <p:nvPr/>
          </p:nvSpPr>
          <p:spPr>
            <a:xfrm>
              <a:off x="4796088" y="3313196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"/>
            <p:cNvSpPr/>
            <p:nvPr/>
          </p:nvSpPr>
          <p:spPr>
            <a:xfrm>
              <a:off x="4841155" y="3313196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3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"/>
            <p:cNvSpPr/>
            <p:nvPr/>
          </p:nvSpPr>
          <p:spPr>
            <a:xfrm>
              <a:off x="4886189" y="3313196"/>
              <a:ext cx="30034" cy="30068"/>
            </a:xfrm>
            <a:custGeom>
              <a:rect b="b" l="l" r="r" t="t"/>
              <a:pathLst>
                <a:path extrusionOk="0" h="888" w="887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"/>
            <p:cNvSpPr/>
            <p:nvPr/>
          </p:nvSpPr>
          <p:spPr>
            <a:xfrm>
              <a:off x="4931223" y="3313196"/>
              <a:ext cx="30068" cy="30068"/>
            </a:xfrm>
            <a:custGeom>
              <a:rect b="b" l="l" r="r" t="t"/>
              <a:pathLst>
                <a:path extrusionOk="0" h="888" w="888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"/>
            <p:cNvSpPr/>
            <p:nvPr/>
          </p:nvSpPr>
          <p:spPr>
            <a:xfrm>
              <a:off x="4069080" y="2549721"/>
              <a:ext cx="692742" cy="664875"/>
            </a:xfrm>
            <a:custGeom>
              <a:rect b="b" l="l" r="r" t="t"/>
              <a:pathLst>
                <a:path extrusionOk="0" h="19636" w="20459">
                  <a:moveTo>
                    <a:pt x="15106" y="0"/>
                  </a:moveTo>
                  <a:cubicBezTo>
                    <a:pt x="14093" y="0"/>
                    <a:pt x="13238" y="824"/>
                    <a:pt x="13238" y="1869"/>
                  </a:cubicBezTo>
                  <a:cubicBezTo>
                    <a:pt x="13238" y="2344"/>
                    <a:pt x="13428" y="2756"/>
                    <a:pt x="13713" y="3104"/>
                  </a:cubicBezTo>
                  <a:lnTo>
                    <a:pt x="10831" y="7728"/>
                  </a:lnTo>
                  <a:lnTo>
                    <a:pt x="10609" y="9628"/>
                  </a:lnTo>
                  <a:lnTo>
                    <a:pt x="8266" y="9818"/>
                  </a:lnTo>
                  <a:lnTo>
                    <a:pt x="3389" y="11496"/>
                  </a:lnTo>
                  <a:cubicBezTo>
                    <a:pt x="3072" y="10989"/>
                    <a:pt x="2502" y="10641"/>
                    <a:pt x="1869" y="10641"/>
                  </a:cubicBezTo>
                  <a:cubicBezTo>
                    <a:pt x="824" y="10641"/>
                    <a:pt x="0" y="11464"/>
                    <a:pt x="0" y="12478"/>
                  </a:cubicBezTo>
                  <a:cubicBezTo>
                    <a:pt x="0" y="13491"/>
                    <a:pt x="824" y="14346"/>
                    <a:pt x="1869" y="14346"/>
                  </a:cubicBezTo>
                  <a:cubicBezTo>
                    <a:pt x="2882" y="14346"/>
                    <a:pt x="3706" y="13491"/>
                    <a:pt x="3706" y="12478"/>
                  </a:cubicBezTo>
                  <a:cubicBezTo>
                    <a:pt x="3706" y="12478"/>
                    <a:pt x="3706" y="12446"/>
                    <a:pt x="3706" y="12446"/>
                  </a:cubicBezTo>
                  <a:lnTo>
                    <a:pt x="8488" y="10799"/>
                  </a:lnTo>
                  <a:lnTo>
                    <a:pt x="10514" y="10641"/>
                  </a:lnTo>
                  <a:lnTo>
                    <a:pt x="10356" y="11971"/>
                  </a:lnTo>
                  <a:lnTo>
                    <a:pt x="11243" y="16215"/>
                  </a:lnTo>
                  <a:cubicBezTo>
                    <a:pt x="10704" y="16563"/>
                    <a:pt x="10356" y="17133"/>
                    <a:pt x="10356" y="17798"/>
                  </a:cubicBezTo>
                  <a:cubicBezTo>
                    <a:pt x="10356" y="18812"/>
                    <a:pt x="11211" y="19635"/>
                    <a:pt x="12225" y="19635"/>
                  </a:cubicBezTo>
                  <a:cubicBezTo>
                    <a:pt x="13238" y="19635"/>
                    <a:pt x="14061" y="18812"/>
                    <a:pt x="14061" y="17798"/>
                  </a:cubicBezTo>
                  <a:cubicBezTo>
                    <a:pt x="14061" y="16785"/>
                    <a:pt x="13238" y="15930"/>
                    <a:pt x="12225" y="15930"/>
                  </a:cubicBezTo>
                  <a:cubicBezTo>
                    <a:pt x="12193" y="15930"/>
                    <a:pt x="11370" y="11940"/>
                    <a:pt x="11370" y="11940"/>
                  </a:cubicBezTo>
                  <a:lnTo>
                    <a:pt x="11528" y="10546"/>
                  </a:lnTo>
                  <a:lnTo>
                    <a:pt x="13238" y="10419"/>
                  </a:lnTo>
                  <a:lnTo>
                    <a:pt x="16785" y="10799"/>
                  </a:lnTo>
                  <a:cubicBezTo>
                    <a:pt x="16975" y="11623"/>
                    <a:pt x="17703" y="12256"/>
                    <a:pt x="18590" y="12256"/>
                  </a:cubicBezTo>
                  <a:cubicBezTo>
                    <a:pt x="19604" y="12256"/>
                    <a:pt x="20459" y="11433"/>
                    <a:pt x="20459" y="10419"/>
                  </a:cubicBezTo>
                  <a:cubicBezTo>
                    <a:pt x="20459" y="9406"/>
                    <a:pt x="19604" y="8583"/>
                    <a:pt x="18590" y="8583"/>
                  </a:cubicBezTo>
                  <a:cubicBezTo>
                    <a:pt x="17798" y="8583"/>
                    <a:pt x="17102" y="9089"/>
                    <a:pt x="16848" y="9818"/>
                  </a:cubicBezTo>
                  <a:lnTo>
                    <a:pt x="13270" y="9406"/>
                  </a:lnTo>
                  <a:lnTo>
                    <a:pt x="11623" y="9533"/>
                  </a:lnTo>
                  <a:lnTo>
                    <a:pt x="11813" y="8044"/>
                  </a:lnTo>
                  <a:lnTo>
                    <a:pt x="14568" y="3611"/>
                  </a:lnTo>
                  <a:cubicBezTo>
                    <a:pt x="14726" y="3674"/>
                    <a:pt x="14916" y="3706"/>
                    <a:pt x="15106" y="3706"/>
                  </a:cubicBezTo>
                  <a:cubicBezTo>
                    <a:pt x="16120" y="3706"/>
                    <a:pt x="16943" y="2882"/>
                    <a:pt x="16943" y="1869"/>
                  </a:cubicBezTo>
                  <a:cubicBezTo>
                    <a:pt x="16943" y="824"/>
                    <a:pt x="16120" y="0"/>
                    <a:pt x="15106" y="0"/>
                  </a:cubicBezTo>
                  <a:close/>
                </a:path>
              </a:pathLst>
            </a:custGeom>
            <a:solidFill>
              <a:srgbClr val="EF86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"/>
            <p:cNvSpPr/>
            <p:nvPr/>
          </p:nvSpPr>
          <p:spPr>
            <a:xfrm>
              <a:off x="4169881" y="2634439"/>
              <a:ext cx="206986" cy="201602"/>
            </a:xfrm>
            <a:custGeom>
              <a:rect b="b" l="l" r="r" t="t"/>
              <a:pathLst>
                <a:path extrusionOk="0" h="5954" w="6113">
                  <a:moveTo>
                    <a:pt x="1837" y="0"/>
                  </a:moveTo>
                  <a:cubicBezTo>
                    <a:pt x="824" y="0"/>
                    <a:pt x="0" y="824"/>
                    <a:pt x="0" y="1837"/>
                  </a:cubicBezTo>
                  <a:cubicBezTo>
                    <a:pt x="0" y="2850"/>
                    <a:pt x="824" y="3674"/>
                    <a:pt x="1837" y="3674"/>
                  </a:cubicBezTo>
                  <a:cubicBezTo>
                    <a:pt x="2185" y="3674"/>
                    <a:pt x="2502" y="3579"/>
                    <a:pt x="2787" y="3420"/>
                  </a:cubicBezTo>
                  <a:lnTo>
                    <a:pt x="5416" y="5954"/>
                  </a:lnTo>
                  <a:lnTo>
                    <a:pt x="6112" y="5226"/>
                  </a:lnTo>
                  <a:lnTo>
                    <a:pt x="3452" y="2692"/>
                  </a:lnTo>
                  <a:cubicBezTo>
                    <a:pt x="3611" y="2439"/>
                    <a:pt x="3674" y="2154"/>
                    <a:pt x="3674" y="1837"/>
                  </a:cubicBezTo>
                  <a:cubicBezTo>
                    <a:pt x="3674" y="824"/>
                    <a:pt x="2850" y="0"/>
                    <a:pt x="1837" y="0"/>
                  </a:cubicBezTo>
                  <a:close/>
                </a:path>
              </a:pathLst>
            </a:custGeom>
            <a:solidFill>
              <a:srgbClr val="EF86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"/>
            <p:cNvSpPr/>
            <p:nvPr/>
          </p:nvSpPr>
          <p:spPr>
            <a:xfrm>
              <a:off x="4314632" y="2769540"/>
              <a:ext cx="211286" cy="210203"/>
            </a:xfrm>
            <a:custGeom>
              <a:rect b="b" l="l" r="r" t="t"/>
              <a:pathLst>
                <a:path extrusionOk="0" h="6208" w="6240">
                  <a:moveTo>
                    <a:pt x="3104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4846"/>
                    <a:pt x="1394" y="6208"/>
                    <a:pt x="3104" y="6208"/>
                  </a:cubicBezTo>
                  <a:cubicBezTo>
                    <a:pt x="4846" y="6208"/>
                    <a:pt x="6239" y="4846"/>
                    <a:pt x="6239" y="3104"/>
                  </a:cubicBezTo>
                  <a:cubicBezTo>
                    <a:pt x="6239" y="1394"/>
                    <a:pt x="4846" y="0"/>
                    <a:pt x="310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"/>
            <p:cNvSpPr/>
            <p:nvPr/>
          </p:nvSpPr>
          <p:spPr>
            <a:xfrm>
              <a:off x="4931223" y="2645646"/>
              <a:ext cx="449322" cy="99278"/>
            </a:xfrm>
            <a:custGeom>
              <a:rect b="b" l="l" r="r" t="t"/>
              <a:pathLst>
                <a:path extrusionOk="0" h="2932" w="13270">
                  <a:moveTo>
                    <a:pt x="9462" y="0"/>
                  </a:moveTo>
                  <a:cubicBezTo>
                    <a:pt x="9347" y="0"/>
                    <a:pt x="9223" y="16"/>
                    <a:pt x="9089" y="49"/>
                  </a:cubicBezTo>
                  <a:cubicBezTo>
                    <a:pt x="8298" y="271"/>
                    <a:pt x="7886" y="841"/>
                    <a:pt x="7506" y="1379"/>
                  </a:cubicBezTo>
                  <a:cubicBezTo>
                    <a:pt x="7041" y="2092"/>
                    <a:pt x="6577" y="2774"/>
                    <a:pt x="5401" y="2774"/>
                  </a:cubicBezTo>
                  <a:cubicBezTo>
                    <a:pt x="5375" y="2774"/>
                    <a:pt x="5348" y="2773"/>
                    <a:pt x="5321" y="2773"/>
                  </a:cubicBezTo>
                  <a:cubicBezTo>
                    <a:pt x="4117" y="2741"/>
                    <a:pt x="3262" y="2266"/>
                    <a:pt x="2439" y="1791"/>
                  </a:cubicBezTo>
                  <a:cubicBezTo>
                    <a:pt x="1679" y="1348"/>
                    <a:pt x="950" y="936"/>
                    <a:pt x="0" y="936"/>
                  </a:cubicBezTo>
                  <a:lnTo>
                    <a:pt x="0" y="1094"/>
                  </a:lnTo>
                  <a:cubicBezTo>
                    <a:pt x="887" y="1094"/>
                    <a:pt x="1615" y="1506"/>
                    <a:pt x="2375" y="1949"/>
                  </a:cubicBezTo>
                  <a:cubicBezTo>
                    <a:pt x="3199" y="2424"/>
                    <a:pt x="4086" y="2931"/>
                    <a:pt x="5289" y="2931"/>
                  </a:cubicBezTo>
                  <a:lnTo>
                    <a:pt x="5352" y="2931"/>
                  </a:lnTo>
                  <a:cubicBezTo>
                    <a:pt x="6682" y="2931"/>
                    <a:pt x="7157" y="2203"/>
                    <a:pt x="7664" y="1474"/>
                  </a:cubicBezTo>
                  <a:cubicBezTo>
                    <a:pt x="8013" y="936"/>
                    <a:pt x="8393" y="398"/>
                    <a:pt x="9121" y="208"/>
                  </a:cubicBezTo>
                  <a:cubicBezTo>
                    <a:pt x="9237" y="179"/>
                    <a:pt x="9344" y="165"/>
                    <a:pt x="9445" y="165"/>
                  </a:cubicBezTo>
                  <a:cubicBezTo>
                    <a:pt x="10008" y="165"/>
                    <a:pt x="10365" y="584"/>
                    <a:pt x="10768" y="1094"/>
                  </a:cubicBezTo>
                  <a:cubicBezTo>
                    <a:pt x="11338" y="1759"/>
                    <a:pt x="11940" y="2519"/>
                    <a:pt x="13270" y="2551"/>
                  </a:cubicBezTo>
                  <a:lnTo>
                    <a:pt x="13270" y="2393"/>
                  </a:lnTo>
                  <a:cubicBezTo>
                    <a:pt x="12035" y="2361"/>
                    <a:pt x="11433" y="1633"/>
                    <a:pt x="10926" y="999"/>
                  </a:cubicBezTo>
                  <a:cubicBezTo>
                    <a:pt x="10496" y="488"/>
                    <a:pt x="10111" y="0"/>
                    <a:pt x="94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"/>
            <p:cNvSpPr/>
            <p:nvPr/>
          </p:nvSpPr>
          <p:spPr>
            <a:xfrm>
              <a:off x="4931223" y="2589405"/>
              <a:ext cx="450406" cy="160869"/>
            </a:xfrm>
            <a:custGeom>
              <a:rect b="b" l="l" r="r" t="t"/>
              <a:pathLst>
                <a:path extrusionOk="0" h="4751" w="13302">
                  <a:moveTo>
                    <a:pt x="4972" y="0"/>
                  </a:moveTo>
                  <a:cubicBezTo>
                    <a:pt x="3547" y="0"/>
                    <a:pt x="2660" y="1235"/>
                    <a:pt x="1900" y="2344"/>
                  </a:cubicBezTo>
                  <a:cubicBezTo>
                    <a:pt x="1299" y="3230"/>
                    <a:pt x="729" y="4054"/>
                    <a:pt x="0" y="4054"/>
                  </a:cubicBezTo>
                  <a:lnTo>
                    <a:pt x="0" y="4212"/>
                  </a:lnTo>
                  <a:cubicBezTo>
                    <a:pt x="824" y="4212"/>
                    <a:pt x="1425" y="3357"/>
                    <a:pt x="2059" y="2439"/>
                  </a:cubicBezTo>
                  <a:cubicBezTo>
                    <a:pt x="2787" y="1362"/>
                    <a:pt x="3642" y="158"/>
                    <a:pt x="4972" y="158"/>
                  </a:cubicBezTo>
                  <a:cubicBezTo>
                    <a:pt x="6271" y="158"/>
                    <a:pt x="6809" y="1394"/>
                    <a:pt x="7348" y="2597"/>
                  </a:cubicBezTo>
                  <a:cubicBezTo>
                    <a:pt x="7854" y="3705"/>
                    <a:pt x="8298" y="4750"/>
                    <a:pt x="9343" y="4750"/>
                  </a:cubicBezTo>
                  <a:cubicBezTo>
                    <a:pt x="10388" y="4750"/>
                    <a:pt x="10863" y="4275"/>
                    <a:pt x="11306" y="3800"/>
                  </a:cubicBezTo>
                  <a:cubicBezTo>
                    <a:pt x="11781" y="3294"/>
                    <a:pt x="12225" y="2819"/>
                    <a:pt x="13301" y="2819"/>
                  </a:cubicBezTo>
                  <a:lnTo>
                    <a:pt x="13301" y="2660"/>
                  </a:lnTo>
                  <a:cubicBezTo>
                    <a:pt x="12130" y="2660"/>
                    <a:pt x="11654" y="3167"/>
                    <a:pt x="11179" y="3674"/>
                  </a:cubicBezTo>
                  <a:cubicBezTo>
                    <a:pt x="10736" y="4149"/>
                    <a:pt x="10324" y="4592"/>
                    <a:pt x="9343" y="4592"/>
                  </a:cubicBezTo>
                  <a:cubicBezTo>
                    <a:pt x="8424" y="4592"/>
                    <a:pt x="7981" y="3579"/>
                    <a:pt x="7506" y="2534"/>
                  </a:cubicBezTo>
                  <a:cubicBezTo>
                    <a:pt x="6936" y="1299"/>
                    <a:pt x="6366" y="0"/>
                    <a:pt x="49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"/>
            <p:cNvSpPr/>
            <p:nvPr/>
          </p:nvSpPr>
          <p:spPr>
            <a:xfrm>
              <a:off x="4928006" y="2564721"/>
              <a:ext cx="3251" cy="229503"/>
            </a:xfrm>
            <a:custGeom>
              <a:rect b="b" l="l" r="r" t="t"/>
              <a:pathLst>
                <a:path extrusionOk="0" h="6778" w="96">
                  <a:moveTo>
                    <a:pt x="0" y="1"/>
                  </a:moveTo>
                  <a:lnTo>
                    <a:pt x="0" y="6778"/>
                  </a:lnTo>
                  <a:lnTo>
                    <a:pt x="95" y="677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"/>
            <p:cNvSpPr/>
            <p:nvPr/>
          </p:nvSpPr>
          <p:spPr>
            <a:xfrm>
              <a:off x="5379428" y="2564721"/>
              <a:ext cx="3251" cy="229503"/>
            </a:xfrm>
            <a:custGeom>
              <a:rect b="b" l="l" r="r" t="t"/>
              <a:pathLst>
                <a:path extrusionOk="0" h="6778" w="96">
                  <a:moveTo>
                    <a:pt x="1" y="1"/>
                  </a:moveTo>
                  <a:lnTo>
                    <a:pt x="1" y="6778"/>
                  </a:lnTo>
                  <a:lnTo>
                    <a:pt x="96" y="677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"/>
            <p:cNvSpPr/>
            <p:nvPr/>
          </p:nvSpPr>
          <p:spPr>
            <a:xfrm>
              <a:off x="4928006" y="2792057"/>
              <a:ext cx="454672" cy="3251"/>
            </a:xfrm>
            <a:custGeom>
              <a:rect b="b" l="l" r="r" t="t"/>
              <a:pathLst>
                <a:path extrusionOk="0" h="96" w="13428">
                  <a:moveTo>
                    <a:pt x="0" y="1"/>
                  </a:moveTo>
                  <a:lnTo>
                    <a:pt x="0" y="96"/>
                  </a:lnTo>
                  <a:lnTo>
                    <a:pt x="13428" y="96"/>
                  </a:lnTo>
                  <a:lnTo>
                    <a:pt x="134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"/>
            <p:cNvSpPr/>
            <p:nvPr/>
          </p:nvSpPr>
          <p:spPr>
            <a:xfrm>
              <a:off x="3990795" y="2422103"/>
              <a:ext cx="1493768" cy="1051962"/>
            </a:xfrm>
            <a:custGeom>
              <a:rect b="b" l="l" r="r" t="t"/>
              <a:pathLst>
                <a:path extrusionOk="0" h="31068" w="44116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"/>
            <p:cNvSpPr/>
            <p:nvPr/>
          </p:nvSpPr>
          <p:spPr>
            <a:xfrm>
              <a:off x="4889406" y="3318546"/>
              <a:ext cx="1345766" cy="995145"/>
            </a:xfrm>
            <a:custGeom>
              <a:rect b="b" l="l" r="r" t="t"/>
              <a:pathLst>
                <a:path extrusionOk="0" h="29390" w="39745">
                  <a:moveTo>
                    <a:pt x="2090" y="1"/>
                  </a:moveTo>
                  <a:cubicBezTo>
                    <a:pt x="1520" y="1"/>
                    <a:pt x="1014" y="191"/>
                    <a:pt x="602" y="539"/>
                  </a:cubicBezTo>
                  <a:cubicBezTo>
                    <a:pt x="285" y="983"/>
                    <a:pt x="95" y="1521"/>
                    <a:pt x="95" y="2123"/>
                  </a:cubicBezTo>
                  <a:lnTo>
                    <a:pt x="32" y="26793"/>
                  </a:lnTo>
                  <a:cubicBezTo>
                    <a:pt x="0" y="28250"/>
                    <a:pt x="1109" y="29390"/>
                    <a:pt x="2470" y="29390"/>
                  </a:cubicBezTo>
                  <a:lnTo>
                    <a:pt x="37623" y="29390"/>
                  </a:lnTo>
                  <a:cubicBezTo>
                    <a:pt x="38193" y="29390"/>
                    <a:pt x="38731" y="29200"/>
                    <a:pt x="39143" y="28851"/>
                  </a:cubicBezTo>
                  <a:cubicBezTo>
                    <a:pt x="39460" y="28408"/>
                    <a:pt x="39650" y="27870"/>
                    <a:pt x="39650" y="27300"/>
                  </a:cubicBezTo>
                  <a:lnTo>
                    <a:pt x="39713" y="2598"/>
                  </a:lnTo>
                  <a:cubicBezTo>
                    <a:pt x="39745" y="1173"/>
                    <a:pt x="38636" y="1"/>
                    <a:pt x="37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"/>
            <p:cNvSpPr/>
            <p:nvPr/>
          </p:nvSpPr>
          <p:spPr>
            <a:xfrm>
              <a:off x="5010557" y="3750634"/>
              <a:ext cx="1086297" cy="377539"/>
            </a:xfrm>
            <a:custGeom>
              <a:rect b="b" l="l" r="r" t="t"/>
              <a:pathLst>
                <a:path extrusionOk="0" h="11150" w="32082">
                  <a:moveTo>
                    <a:pt x="9222" y="1"/>
                  </a:moveTo>
                  <a:cubicBezTo>
                    <a:pt x="7670" y="1"/>
                    <a:pt x="6724" y="1219"/>
                    <a:pt x="5733" y="2504"/>
                  </a:cubicBezTo>
                  <a:cubicBezTo>
                    <a:pt x="4466" y="4119"/>
                    <a:pt x="3009" y="5956"/>
                    <a:pt x="1" y="6020"/>
                  </a:cubicBezTo>
                  <a:lnTo>
                    <a:pt x="32" y="11150"/>
                  </a:lnTo>
                  <a:cubicBezTo>
                    <a:pt x="32" y="11150"/>
                    <a:pt x="29865" y="11087"/>
                    <a:pt x="32082" y="11087"/>
                  </a:cubicBezTo>
                  <a:lnTo>
                    <a:pt x="32082" y="2346"/>
                  </a:lnTo>
                  <a:cubicBezTo>
                    <a:pt x="29770" y="2346"/>
                    <a:pt x="27996" y="3423"/>
                    <a:pt x="26128" y="4531"/>
                  </a:cubicBezTo>
                  <a:cubicBezTo>
                    <a:pt x="24164" y="5735"/>
                    <a:pt x="22106" y="6970"/>
                    <a:pt x="19256" y="7001"/>
                  </a:cubicBezTo>
                  <a:cubicBezTo>
                    <a:pt x="19200" y="7002"/>
                    <a:pt x="19146" y="7003"/>
                    <a:pt x="19092" y="7003"/>
                  </a:cubicBezTo>
                  <a:cubicBezTo>
                    <a:pt x="16145" y="7003"/>
                    <a:pt x="15085" y="5321"/>
                    <a:pt x="13904" y="3518"/>
                  </a:cubicBezTo>
                  <a:cubicBezTo>
                    <a:pt x="13017" y="2093"/>
                    <a:pt x="12067" y="604"/>
                    <a:pt x="10135" y="129"/>
                  </a:cubicBezTo>
                  <a:cubicBezTo>
                    <a:pt x="9808" y="41"/>
                    <a:pt x="9505" y="1"/>
                    <a:pt x="9222" y="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"/>
            <p:cNvSpPr/>
            <p:nvPr/>
          </p:nvSpPr>
          <p:spPr>
            <a:xfrm>
              <a:off x="5011640" y="3606999"/>
              <a:ext cx="1085213" cy="408589"/>
            </a:xfrm>
            <a:custGeom>
              <a:rect b="b" l="l" r="r" t="t"/>
              <a:pathLst>
                <a:path extrusionOk="0" h="12067" w="32050">
                  <a:moveTo>
                    <a:pt x="20015" y="1"/>
                  </a:moveTo>
                  <a:cubicBezTo>
                    <a:pt x="16658" y="1"/>
                    <a:pt x="15265" y="3263"/>
                    <a:pt x="13935" y="6398"/>
                  </a:cubicBezTo>
                  <a:cubicBezTo>
                    <a:pt x="12795" y="9122"/>
                    <a:pt x="11718" y="11655"/>
                    <a:pt x="9501" y="11655"/>
                  </a:cubicBezTo>
                  <a:cubicBezTo>
                    <a:pt x="7126" y="11655"/>
                    <a:pt x="6113" y="10515"/>
                    <a:pt x="5036" y="9312"/>
                  </a:cubicBezTo>
                  <a:cubicBezTo>
                    <a:pt x="3896" y="8045"/>
                    <a:pt x="2724" y="6746"/>
                    <a:pt x="0" y="6746"/>
                  </a:cubicBezTo>
                  <a:lnTo>
                    <a:pt x="0" y="7158"/>
                  </a:lnTo>
                  <a:cubicBezTo>
                    <a:pt x="2566" y="7158"/>
                    <a:pt x="3611" y="8361"/>
                    <a:pt x="4751" y="9597"/>
                  </a:cubicBezTo>
                  <a:cubicBezTo>
                    <a:pt x="5828" y="10832"/>
                    <a:pt x="6936" y="12067"/>
                    <a:pt x="9501" y="12067"/>
                  </a:cubicBezTo>
                  <a:cubicBezTo>
                    <a:pt x="11971" y="12067"/>
                    <a:pt x="13111" y="9407"/>
                    <a:pt x="14315" y="6588"/>
                  </a:cubicBezTo>
                  <a:cubicBezTo>
                    <a:pt x="15582" y="3548"/>
                    <a:pt x="16912" y="413"/>
                    <a:pt x="20015" y="413"/>
                  </a:cubicBezTo>
                  <a:cubicBezTo>
                    <a:pt x="23246" y="413"/>
                    <a:pt x="25272" y="3484"/>
                    <a:pt x="27078" y="6176"/>
                  </a:cubicBezTo>
                  <a:cubicBezTo>
                    <a:pt x="28598" y="8488"/>
                    <a:pt x="30054" y="10673"/>
                    <a:pt x="32050" y="10673"/>
                  </a:cubicBezTo>
                  <a:lnTo>
                    <a:pt x="32050" y="10262"/>
                  </a:lnTo>
                  <a:cubicBezTo>
                    <a:pt x="30244" y="10262"/>
                    <a:pt x="28883" y="8171"/>
                    <a:pt x="27394" y="5955"/>
                  </a:cubicBezTo>
                  <a:cubicBezTo>
                    <a:pt x="25557" y="3168"/>
                    <a:pt x="23467" y="1"/>
                    <a:pt x="20015" y="1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"/>
            <p:cNvSpPr/>
            <p:nvPr/>
          </p:nvSpPr>
          <p:spPr>
            <a:xfrm>
              <a:off x="6096820" y="3543749"/>
              <a:ext cx="7551" cy="582290"/>
            </a:xfrm>
            <a:custGeom>
              <a:rect b="b" l="l" r="r" t="t"/>
              <a:pathLst>
                <a:path extrusionOk="0" h="17197" w="223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"/>
            <p:cNvSpPr/>
            <p:nvPr/>
          </p:nvSpPr>
          <p:spPr>
            <a:xfrm>
              <a:off x="5007340" y="3543749"/>
              <a:ext cx="7551" cy="582290"/>
            </a:xfrm>
            <a:custGeom>
              <a:rect b="b" l="l" r="r" t="t"/>
              <a:pathLst>
                <a:path extrusionOk="0" h="17197" w="223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"/>
            <p:cNvSpPr/>
            <p:nvPr/>
          </p:nvSpPr>
          <p:spPr>
            <a:xfrm>
              <a:off x="5007340" y="4121705"/>
              <a:ext cx="1097030" cy="8634"/>
            </a:xfrm>
            <a:custGeom>
              <a:rect b="b" l="l" r="r" t="t"/>
              <a:pathLst>
                <a:path extrusionOk="0" h="255" w="32399">
                  <a:moveTo>
                    <a:pt x="1" y="1"/>
                  </a:moveTo>
                  <a:lnTo>
                    <a:pt x="1" y="254"/>
                  </a:lnTo>
                  <a:lnTo>
                    <a:pt x="32398" y="254"/>
                  </a:lnTo>
                  <a:lnTo>
                    <a:pt x="323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"/>
            <p:cNvSpPr/>
            <p:nvPr/>
          </p:nvSpPr>
          <p:spPr>
            <a:xfrm>
              <a:off x="4887239" y="3315329"/>
              <a:ext cx="1350100" cy="1001579"/>
            </a:xfrm>
            <a:custGeom>
              <a:rect b="b" l="l" r="r" t="t"/>
              <a:pathLst>
                <a:path extrusionOk="0" h="29580" w="39873">
                  <a:moveTo>
                    <a:pt x="37402" y="191"/>
                  </a:moveTo>
                  <a:cubicBezTo>
                    <a:pt x="38669" y="191"/>
                    <a:pt x="39714" y="1268"/>
                    <a:pt x="39714" y="2598"/>
                  </a:cubicBezTo>
                  <a:lnTo>
                    <a:pt x="39714" y="27521"/>
                  </a:lnTo>
                  <a:cubicBezTo>
                    <a:pt x="39714" y="28566"/>
                    <a:pt x="38890" y="29390"/>
                    <a:pt x="37909" y="29390"/>
                  </a:cubicBezTo>
                  <a:lnTo>
                    <a:pt x="2503" y="29390"/>
                  </a:lnTo>
                  <a:cubicBezTo>
                    <a:pt x="1236" y="29390"/>
                    <a:pt x="159" y="28281"/>
                    <a:pt x="159" y="26919"/>
                  </a:cubicBezTo>
                  <a:lnTo>
                    <a:pt x="159" y="2059"/>
                  </a:lnTo>
                  <a:cubicBezTo>
                    <a:pt x="159" y="1014"/>
                    <a:pt x="983" y="191"/>
                    <a:pt x="1964" y="191"/>
                  </a:cubicBezTo>
                  <a:close/>
                  <a:moveTo>
                    <a:pt x="1964" y="1"/>
                  </a:moveTo>
                  <a:cubicBezTo>
                    <a:pt x="888" y="1"/>
                    <a:pt x="1" y="919"/>
                    <a:pt x="1" y="2059"/>
                  </a:cubicBezTo>
                  <a:lnTo>
                    <a:pt x="1" y="26919"/>
                  </a:lnTo>
                  <a:cubicBezTo>
                    <a:pt x="1" y="28376"/>
                    <a:pt x="1109" y="29580"/>
                    <a:pt x="2503" y="29580"/>
                  </a:cubicBezTo>
                  <a:lnTo>
                    <a:pt x="37909" y="29580"/>
                  </a:lnTo>
                  <a:cubicBezTo>
                    <a:pt x="38985" y="29580"/>
                    <a:pt x="39872" y="28661"/>
                    <a:pt x="39872" y="27521"/>
                  </a:cubicBezTo>
                  <a:lnTo>
                    <a:pt x="39872" y="2598"/>
                  </a:lnTo>
                  <a:cubicBezTo>
                    <a:pt x="39872" y="1173"/>
                    <a:pt x="38764" y="1"/>
                    <a:pt x="374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"/>
            <p:cNvSpPr/>
            <p:nvPr/>
          </p:nvSpPr>
          <p:spPr>
            <a:xfrm>
              <a:off x="2626813" y="3076210"/>
              <a:ext cx="1828338" cy="1317899"/>
            </a:xfrm>
            <a:custGeom>
              <a:rect b="b" l="l" r="r" t="t"/>
              <a:pathLst>
                <a:path extrusionOk="0" h="38922" w="53997">
                  <a:moveTo>
                    <a:pt x="2851" y="1"/>
                  </a:moveTo>
                  <a:cubicBezTo>
                    <a:pt x="2091" y="1"/>
                    <a:pt x="1394" y="254"/>
                    <a:pt x="824" y="697"/>
                  </a:cubicBezTo>
                  <a:cubicBezTo>
                    <a:pt x="380" y="1299"/>
                    <a:pt x="127" y="1996"/>
                    <a:pt x="127" y="2788"/>
                  </a:cubicBezTo>
                  <a:lnTo>
                    <a:pt x="32" y="35470"/>
                  </a:lnTo>
                  <a:cubicBezTo>
                    <a:pt x="0" y="37370"/>
                    <a:pt x="1521" y="38922"/>
                    <a:pt x="3357" y="38922"/>
                  </a:cubicBezTo>
                  <a:lnTo>
                    <a:pt x="51178" y="38922"/>
                  </a:lnTo>
                  <a:cubicBezTo>
                    <a:pt x="51938" y="38922"/>
                    <a:pt x="52634" y="38637"/>
                    <a:pt x="53204" y="38193"/>
                  </a:cubicBezTo>
                  <a:cubicBezTo>
                    <a:pt x="53648" y="37623"/>
                    <a:pt x="53901" y="36895"/>
                    <a:pt x="53901" y="36135"/>
                  </a:cubicBezTo>
                  <a:lnTo>
                    <a:pt x="53996" y="3421"/>
                  </a:lnTo>
                  <a:cubicBezTo>
                    <a:pt x="53996" y="1521"/>
                    <a:pt x="52508" y="1"/>
                    <a:pt x="506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"/>
            <p:cNvSpPr/>
            <p:nvPr/>
          </p:nvSpPr>
          <p:spPr>
            <a:xfrm>
              <a:off x="2796248" y="3257429"/>
              <a:ext cx="856793" cy="876128"/>
            </a:xfrm>
            <a:custGeom>
              <a:rect b="b" l="l" r="r" t="t"/>
              <a:pathLst>
                <a:path extrusionOk="0" h="25875" w="25304">
                  <a:moveTo>
                    <a:pt x="12636" y="4783"/>
                  </a:move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8456"/>
                    <a:pt x="8266" y="4783"/>
                    <a:pt x="12636" y="4783"/>
                  </a:cubicBezTo>
                  <a:close/>
                  <a:moveTo>
                    <a:pt x="12636" y="1"/>
                  </a:moveTo>
                  <a:cubicBezTo>
                    <a:pt x="5669" y="1"/>
                    <a:pt x="0" y="5796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75F2F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"/>
            <p:cNvSpPr/>
            <p:nvPr/>
          </p:nvSpPr>
          <p:spPr>
            <a:xfrm>
              <a:off x="2796248" y="3257429"/>
              <a:ext cx="856793" cy="876128"/>
            </a:xfrm>
            <a:custGeom>
              <a:rect b="b" l="l" r="r" t="t"/>
              <a:pathLst>
                <a:path extrusionOk="0" h="25875" w="25304">
                  <a:moveTo>
                    <a:pt x="12636" y="1"/>
                  </a:moveTo>
                  <a:lnTo>
                    <a:pt x="12636" y="4783"/>
                  </a:ln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12130"/>
                    <a:pt x="4782" y="11338"/>
                    <a:pt x="5004" y="10578"/>
                  </a:cubicBezTo>
                  <a:lnTo>
                    <a:pt x="539" y="9216"/>
                  </a:lnTo>
                  <a:cubicBezTo>
                    <a:pt x="159" y="10420"/>
                    <a:pt x="0" y="11655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"/>
            <p:cNvSpPr/>
            <p:nvPr/>
          </p:nvSpPr>
          <p:spPr>
            <a:xfrm>
              <a:off x="2796248" y="3314280"/>
              <a:ext cx="856793" cy="819277"/>
            </a:xfrm>
            <a:custGeom>
              <a:rect b="b" l="l" r="r" t="t"/>
              <a:pathLst>
                <a:path extrusionOk="0" h="24196" w="25304">
                  <a:moveTo>
                    <a:pt x="18907" y="0"/>
                  </a:moveTo>
                  <a:lnTo>
                    <a:pt x="16595" y="4181"/>
                  </a:lnTo>
                  <a:cubicBezTo>
                    <a:pt x="19065" y="5637"/>
                    <a:pt x="20617" y="8329"/>
                    <a:pt x="20617" y="11243"/>
                  </a:cubicBezTo>
                  <a:cubicBezTo>
                    <a:pt x="20617" y="15740"/>
                    <a:pt x="17038" y="19382"/>
                    <a:pt x="12636" y="19382"/>
                  </a:cubicBezTo>
                  <a:cubicBezTo>
                    <a:pt x="10514" y="19382"/>
                    <a:pt x="8487" y="18527"/>
                    <a:pt x="6967" y="16975"/>
                  </a:cubicBezTo>
                  <a:cubicBezTo>
                    <a:pt x="5511" y="15423"/>
                    <a:pt x="4687" y="13396"/>
                    <a:pt x="4687" y="11243"/>
                  </a:cubicBezTo>
                  <a:lnTo>
                    <a:pt x="0" y="11243"/>
                  </a:lnTo>
                  <a:cubicBezTo>
                    <a:pt x="0" y="14695"/>
                    <a:pt x="1299" y="17925"/>
                    <a:pt x="3642" y="20363"/>
                  </a:cubicBezTo>
                  <a:cubicBezTo>
                    <a:pt x="6049" y="22834"/>
                    <a:pt x="9248" y="24195"/>
                    <a:pt x="12636" y="24195"/>
                  </a:cubicBezTo>
                  <a:cubicBezTo>
                    <a:pt x="19635" y="24195"/>
                    <a:pt x="25304" y="18400"/>
                    <a:pt x="25304" y="11243"/>
                  </a:cubicBezTo>
                  <a:cubicBezTo>
                    <a:pt x="25304" y="6619"/>
                    <a:pt x="22865" y="2312"/>
                    <a:pt x="189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"/>
            <p:cNvSpPr/>
            <p:nvPr/>
          </p:nvSpPr>
          <p:spPr>
            <a:xfrm>
              <a:off x="3853527" y="3390397"/>
              <a:ext cx="413972" cy="17201"/>
            </a:xfrm>
            <a:custGeom>
              <a:rect b="b" l="l" r="r" t="t"/>
              <a:pathLst>
                <a:path extrusionOk="0" h="508" w="12226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"/>
            <p:cNvSpPr/>
            <p:nvPr/>
          </p:nvSpPr>
          <p:spPr>
            <a:xfrm>
              <a:off x="3853527" y="3430081"/>
              <a:ext cx="401106" cy="17201"/>
            </a:xfrm>
            <a:custGeom>
              <a:rect b="b" l="l" r="r" t="t"/>
              <a:pathLst>
                <a:path extrusionOk="0" h="508" w="11846">
                  <a:moveTo>
                    <a:pt x="1" y="0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"/>
            <p:cNvSpPr/>
            <p:nvPr/>
          </p:nvSpPr>
          <p:spPr>
            <a:xfrm>
              <a:off x="3853527" y="3468681"/>
              <a:ext cx="365722" cy="17201"/>
            </a:xfrm>
            <a:custGeom>
              <a:rect b="b" l="l" r="r" t="t"/>
              <a:pathLst>
                <a:path extrusionOk="0" h="508" w="10801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"/>
            <p:cNvSpPr/>
            <p:nvPr/>
          </p:nvSpPr>
          <p:spPr>
            <a:xfrm>
              <a:off x="3853527" y="3508365"/>
              <a:ext cx="342121" cy="17201"/>
            </a:xfrm>
            <a:custGeom>
              <a:rect b="b" l="l" r="r" t="t"/>
              <a:pathLst>
                <a:path extrusionOk="0" h="508" w="10104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"/>
            <p:cNvSpPr/>
            <p:nvPr/>
          </p:nvSpPr>
          <p:spPr>
            <a:xfrm>
              <a:off x="3853527" y="3548049"/>
              <a:ext cx="321738" cy="16117"/>
            </a:xfrm>
            <a:custGeom>
              <a:rect b="b" l="l" r="r" t="t"/>
              <a:pathLst>
                <a:path extrusionOk="0" h="476" w="9502">
                  <a:moveTo>
                    <a:pt x="1" y="0"/>
                  </a:moveTo>
                  <a:lnTo>
                    <a:pt x="1" y="475"/>
                  </a:lnTo>
                  <a:lnTo>
                    <a:pt x="9502" y="475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"/>
            <p:cNvSpPr/>
            <p:nvPr/>
          </p:nvSpPr>
          <p:spPr>
            <a:xfrm>
              <a:off x="3853527" y="3586650"/>
              <a:ext cx="296004" cy="17167"/>
            </a:xfrm>
            <a:custGeom>
              <a:rect b="b" l="l" r="r" t="t"/>
              <a:pathLst>
                <a:path extrusionOk="0" h="507" w="8742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"/>
            <p:cNvSpPr/>
            <p:nvPr/>
          </p:nvSpPr>
          <p:spPr>
            <a:xfrm>
              <a:off x="3853527" y="3879369"/>
              <a:ext cx="413972" cy="17201"/>
            </a:xfrm>
            <a:custGeom>
              <a:rect b="b" l="l" r="r" t="t"/>
              <a:pathLst>
                <a:path extrusionOk="0" h="508" w="12226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"/>
            <p:cNvSpPr/>
            <p:nvPr/>
          </p:nvSpPr>
          <p:spPr>
            <a:xfrm>
              <a:off x="3853527" y="3919053"/>
              <a:ext cx="401106" cy="17201"/>
            </a:xfrm>
            <a:custGeom>
              <a:rect b="b" l="l" r="r" t="t"/>
              <a:pathLst>
                <a:path extrusionOk="0" h="508" w="11846">
                  <a:moveTo>
                    <a:pt x="1" y="1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"/>
            <p:cNvSpPr/>
            <p:nvPr/>
          </p:nvSpPr>
          <p:spPr>
            <a:xfrm>
              <a:off x="3853527" y="3957654"/>
              <a:ext cx="365722" cy="17201"/>
            </a:xfrm>
            <a:custGeom>
              <a:rect b="b" l="l" r="r" t="t"/>
              <a:pathLst>
                <a:path extrusionOk="0" h="508" w="10801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"/>
            <p:cNvSpPr/>
            <p:nvPr/>
          </p:nvSpPr>
          <p:spPr>
            <a:xfrm>
              <a:off x="3853527" y="3997338"/>
              <a:ext cx="342121" cy="17201"/>
            </a:xfrm>
            <a:custGeom>
              <a:rect b="b" l="l" r="r" t="t"/>
              <a:pathLst>
                <a:path extrusionOk="0" h="508" w="10104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"/>
            <p:cNvSpPr/>
            <p:nvPr/>
          </p:nvSpPr>
          <p:spPr>
            <a:xfrm>
              <a:off x="3853527" y="4035938"/>
              <a:ext cx="321738" cy="17201"/>
            </a:xfrm>
            <a:custGeom>
              <a:rect b="b" l="l" r="r" t="t"/>
              <a:pathLst>
                <a:path extrusionOk="0" h="508" w="9502">
                  <a:moveTo>
                    <a:pt x="1" y="0"/>
                  </a:moveTo>
                  <a:lnTo>
                    <a:pt x="1" y="507"/>
                  </a:lnTo>
                  <a:lnTo>
                    <a:pt x="9502" y="507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"/>
            <p:cNvSpPr/>
            <p:nvPr/>
          </p:nvSpPr>
          <p:spPr>
            <a:xfrm>
              <a:off x="3853527" y="4075622"/>
              <a:ext cx="296004" cy="17167"/>
            </a:xfrm>
            <a:custGeom>
              <a:rect b="b" l="l" r="r" t="t"/>
              <a:pathLst>
                <a:path extrusionOk="0" h="507" w="8742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"/>
            <p:cNvSpPr/>
            <p:nvPr/>
          </p:nvSpPr>
          <p:spPr>
            <a:xfrm>
              <a:off x="6125770" y="2472080"/>
              <a:ext cx="305654" cy="306061"/>
            </a:xfrm>
            <a:custGeom>
              <a:rect b="b" l="l" r="r" t="t"/>
              <a:pathLst>
                <a:path extrusionOk="0" h="9039" w="9027">
                  <a:moveTo>
                    <a:pt x="4494" y="3326"/>
                  </a:moveTo>
                  <a:cubicBezTo>
                    <a:pt x="4547" y="3326"/>
                    <a:pt x="4602" y="3330"/>
                    <a:pt x="4656" y="3338"/>
                  </a:cubicBezTo>
                  <a:cubicBezTo>
                    <a:pt x="5321" y="3433"/>
                    <a:pt x="5796" y="4035"/>
                    <a:pt x="5701" y="4669"/>
                  </a:cubicBezTo>
                  <a:cubicBezTo>
                    <a:pt x="5612" y="5291"/>
                    <a:pt x="5079" y="5720"/>
                    <a:pt x="4491" y="5720"/>
                  </a:cubicBezTo>
                  <a:cubicBezTo>
                    <a:pt x="4451" y="5720"/>
                    <a:pt x="4411" y="5718"/>
                    <a:pt x="4371" y="5714"/>
                  </a:cubicBezTo>
                  <a:cubicBezTo>
                    <a:pt x="3706" y="5619"/>
                    <a:pt x="3231" y="5017"/>
                    <a:pt x="3326" y="4352"/>
                  </a:cubicBezTo>
                  <a:cubicBezTo>
                    <a:pt x="3413" y="3773"/>
                    <a:pt x="3923" y="3326"/>
                    <a:pt x="4494" y="3326"/>
                  </a:cubicBezTo>
                  <a:close/>
                  <a:moveTo>
                    <a:pt x="3923" y="0"/>
                  </a:moveTo>
                  <a:cubicBezTo>
                    <a:pt x="3914" y="0"/>
                    <a:pt x="3905" y="4"/>
                    <a:pt x="3896" y="13"/>
                  </a:cubicBezTo>
                  <a:lnTo>
                    <a:pt x="2788" y="298"/>
                  </a:lnTo>
                  <a:cubicBezTo>
                    <a:pt x="2756" y="298"/>
                    <a:pt x="2756" y="330"/>
                    <a:pt x="2756" y="362"/>
                  </a:cubicBezTo>
                  <a:cubicBezTo>
                    <a:pt x="2756" y="362"/>
                    <a:pt x="2914" y="1470"/>
                    <a:pt x="2439" y="1818"/>
                  </a:cubicBezTo>
                  <a:cubicBezTo>
                    <a:pt x="2239" y="1969"/>
                    <a:pt x="1999" y="2060"/>
                    <a:pt x="1766" y="2060"/>
                  </a:cubicBezTo>
                  <a:cubicBezTo>
                    <a:pt x="1704" y="2060"/>
                    <a:pt x="1644" y="2053"/>
                    <a:pt x="1584" y="2040"/>
                  </a:cubicBezTo>
                  <a:cubicBezTo>
                    <a:pt x="1331" y="2008"/>
                    <a:pt x="951" y="1755"/>
                    <a:pt x="951" y="1755"/>
                  </a:cubicBezTo>
                  <a:cubicBezTo>
                    <a:pt x="940" y="1744"/>
                    <a:pt x="930" y="1741"/>
                    <a:pt x="920" y="1741"/>
                  </a:cubicBezTo>
                  <a:cubicBezTo>
                    <a:pt x="901" y="1741"/>
                    <a:pt x="887" y="1755"/>
                    <a:pt x="887" y="1755"/>
                  </a:cubicBezTo>
                  <a:lnTo>
                    <a:pt x="317" y="2737"/>
                  </a:lnTo>
                  <a:cubicBezTo>
                    <a:pt x="286" y="2768"/>
                    <a:pt x="317" y="2832"/>
                    <a:pt x="317" y="2832"/>
                  </a:cubicBezTo>
                  <a:cubicBezTo>
                    <a:pt x="317" y="2832"/>
                    <a:pt x="1204" y="3497"/>
                    <a:pt x="1141" y="4067"/>
                  </a:cubicBezTo>
                  <a:cubicBezTo>
                    <a:pt x="1077" y="4669"/>
                    <a:pt x="32" y="5049"/>
                    <a:pt x="32" y="5049"/>
                  </a:cubicBezTo>
                  <a:cubicBezTo>
                    <a:pt x="1" y="5080"/>
                    <a:pt x="1" y="5112"/>
                    <a:pt x="1" y="5144"/>
                  </a:cubicBezTo>
                  <a:lnTo>
                    <a:pt x="286" y="6220"/>
                  </a:lnTo>
                  <a:cubicBezTo>
                    <a:pt x="317" y="6252"/>
                    <a:pt x="349" y="6284"/>
                    <a:pt x="381" y="6284"/>
                  </a:cubicBezTo>
                  <a:cubicBezTo>
                    <a:pt x="381" y="6284"/>
                    <a:pt x="553" y="6258"/>
                    <a:pt x="782" y="6258"/>
                  </a:cubicBezTo>
                  <a:cubicBezTo>
                    <a:pt x="1126" y="6258"/>
                    <a:pt x="1597" y="6315"/>
                    <a:pt x="1806" y="6600"/>
                  </a:cubicBezTo>
                  <a:cubicBezTo>
                    <a:pt x="2186" y="7044"/>
                    <a:pt x="1742" y="8057"/>
                    <a:pt x="1742" y="8057"/>
                  </a:cubicBezTo>
                  <a:cubicBezTo>
                    <a:pt x="1742" y="8089"/>
                    <a:pt x="1742" y="8120"/>
                    <a:pt x="1774" y="8152"/>
                  </a:cubicBezTo>
                  <a:lnTo>
                    <a:pt x="2756" y="8722"/>
                  </a:lnTo>
                  <a:cubicBezTo>
                    <a:pt x="2788" y="8722"/>
                    <a:pt x="2819" y="8722"/>
                    <a:pt x="2819" y="8690"/>
                  </a:cubicBezTo>
                  <a:cubicBezTo>
                    <a:pt x="2819" y="8690"/>
                    <a:pt x="3418" y="7892"/>
                    <a:pt x="3967" y="7892"/>
                  </a:cubicBezTo>
                  <a:cubicBezTo>
                    <a:pt x="3996" y="7892"/>
                    <a:pt x="4025" y="7894"/>
                    <a:pt x="4054" y="7899"/>
                  </a:cubicBezTo>
                  <a:cubicBezTo>
                    <a:pt x="4656" y="7962"/>
                    <a:pt x="5068" y="8975"/>
                    <a:pt x="5068" y="8975"/>
                  </a:cubicBezTo>
                  <a:cubicBezTo>
                    <a:pt x="5068" y="9007"/>
                    <a:pt x="5099" y="9039"/>
                    <a:pt x="5131" y="9039"/>
                  </a:cubicBezTo>
                  <a:lnTo>
                    <a:pt x="6239" y="8722"/>
                  </a:lnTo>
                  <a:cubicBezTo>
                    <a:pt x="6271" y="8722"/>
                    <a:pt x="6271" y="8690"/>
                    <a:pt x="6271" y="8659"/>
                  </a:cubicBezTo>
                  <a:cubicBezTo>
                    <a:pt x="6271" y="8659"/>
                    <a:pt x="6113" y="7582"/>
                    <a:pt x="6588" y="7202"/>
                  </a:cubicBezTo>
                  <a:cubicBezTo>
                    <a:pt x="6722" y="7104"/>
                    <a:pt x="6896" y="7068"/>
                    <a:pt x="7077" y="7068"/>
                  </a:cubicBezTo>
                  <a:cubicBezTo>
                    <a:pt x="7539" y="7068"/>
                    <a:pt x="8045" y="7297"/>
                    <a:pt x="8045" y="7297"/>
                  </a:cubicBezTo>
                  <a:cubicBezTo>
                    <a:pt x="8076" y="7297"/>
                    <a:pt x="8140" y="7297"/>
                    <a:pt x="8140" y="7265"/>
                  </a:cubicBezTo>
                  <a:lnTo>
                    <a:pt x="8710" y="6284"/>
                  </a:lnTo>
                  <a:cubicBezTo>
                    <a:pt x="8710" y="6252"/>
                    <a:pt x="8710" y="6220"/>
                    <a:pt x="8678" y="6189"/>
                  </a:cubicBezTo>
                  <a:cubicBezTo>
                    <a:pt x="8678" y="6189"/>
                    <a:pt x="7791" y="5555"/>
                    <a:pt x="7886" y="4954"/>
                  </a:cubicBezTo>
                  <a:cubicBezTo>
                    <a:pt x="7950" y="4383"/>
                    <a:pt x="8995" y="3972"/>
                    <a:pt x="8995" y="3972"/>
                  </a:cubicBezTo>
                  <a:cubicBezTo>
                    <a:pt x="9026" y="3972"/>
                    <a:pt x="9026" y="3908"/>
                    <a:pt x="9026" y="3877"/>
                  </a:cubicBezTo>
                  <a:lnTo>
                    <a:pt x="8741" y="2800"/>
                  </a:lnTo>
                  <a:cubicBezTo>
                    <a:pt x="8719" y="2778"/>
                    <a:pt x="8696" y="2755"/>
                    <a:pt x="8674" y="2755"/>
                  </a:cubicBezTo>
                  <a:cubicBezTo>
                    <a:pt x="8665" y="2755"/>
                    <a:pt x="8656" y="2759"/>
                    <a:pt x="8646" y="2768"/>
                  </a:cubicBezTo>
                  <a:cubicBezTo>
                    <a:pt x="8646" y="2768"/>
                    <a:pt x="8306" y="2899"/>
                    <a:pt x="8054" y="2899"/>
                  </a:cubicBezTo>
                  <a:cubicBezTo>
                    <a:pt x="8029" y="2899"/>
                    <a:pt x="8004" y="2898"/>
                    <a:pt x="7981" y="2895"/>
                  </a:cubicBezTo>
                  <a:cubicBezTo>
                    <a:pt x="7665" y="2832"/>
                    <a:pt x="7411" y="2705"/>
                    <a:pt x="7221" y="2452"/>
                  </a:cubicBezTo>
                  <a:cubicBezTo>
                    <a:pt x="6841" y="1977"/>
                    <a:pt x="7285" y="963"/>
                    <a:pt x="7285" y="963"/>
                  </a:cubicBezTo>
                  <a:cubicBezTo>
                    <a:pt x="7285" y="932"/>
                    <a:pt x="7285" y="900"/>
                    <a:pt x="7253" y="868"/>
                  </a:cubicBezTo>
                  <a:lnTo>
                    <a:pt x="6271" y="298"/>
                  </a:lnTo>
                  <a:cubicBezTo>
                    <a:pt x="6239" y="298"/>
                    <a:pt x="6208" y="298"/>
                    <a:pt x="6176" y="330"/>
                  </a:cubicBezTo>
                  <a:cubicBezTo>
                    <a:pt x="6176" y="330"/>
                    <a:pt x="5586" y="1156"/>
                    <a:pt x="5003" y="1156"/>
                  </a:cubicBezTo>
                  <a:cubicBezTo>
                    <a:pt x="4983" y="1156"/>
                    <a:pt x="4962" y="1155"/>
                    <a:pt x="4941" y="1153"/>
                  </a:cubicBezTo>
                  <a:cubicBezTo>
                    <a:pt x="4371" y="1058"/>
                    <a:pt x="3959" y="45"/>
                    <a:pt x="3959" y="45"/>
                  </a:cubicBezTo>
                  <a:cubicBezTo>
                    <a:pt x="3959" y="22"/>
                    <a:pt x="3943" y="0"/>
                    <a:pt x="3923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"/>
            <p:cNvSpPr/>
            <p:nvPr/>
          </p:nvSpPr>
          <p:spPr>
            <a:xfrm>
              <a:off x="6278038" y="2808919"/>
              <a:ext cx="314221" cy="313442"/>
            </a:xfrm>
            <a:custGeom>
              <a:rect b="b" l="l" r="r" t="t"/>
              <a:pathLst>
                <a:path extrusionOk="0" h="9257" w="9280">
                  <a:moveTo>
                    <a:pt x="4656" y="3556"/>
                  </a:moveTo>
                  <a:cubicBezTo>
                    <a:pt x="4688" y="3556"/>
                    <a:pt x="4751" y="3556"/>
                    <a:pt x="4783" y="3588"/>
                  </a:cubicBezTo>
                  <a:cubicBezTo>
                    <a:pt x="5353" y="3651"/>
                    <a:pt x="5796" y="4190"/>
                    <a:pt x="5701" y="4760"/>
                  </a:cubicBezTo>
                  <a:cubicBezTo>
                    <a:pt x="5642" y="5320"/>
                    <a:pt x="5170" y="5716"/>
                    <a:pt x="4619" y="5716"/>
                  </a:cubicBezTo>
                  <a:cubicBezTo>
                    <a:pt x="4579" y="5716"/>
                    <a:pt x="4539" y="5714"/>
                    <a:pt x="4498" y="5710"/>
                  </a:cubicBezTo>
                  <a:cubicBezTo>
                    <a:pt x="4213" y="5646"/>
                    <a:pt x="3959" y="5520"/>
                    <a:pt x="3801" y="5298"/>
                  </a:cubicBezTo>
                  <a:cubicBezTo>
                    <a:pt x="3611" y="5076"/>
                    <a:pt x="3548" y="4791"/>
                    <a:pt x="3579" y="4506"/>
                  </a:cubicBezTo>
                  <a:cubicBezTo>
                    <a:pt x="3611" y="4221"/>
                    <a:pt x="3769" y="3968"/>
                    <a:pt x="3991" y="3778"/>
                  </a:cubicBezTo>
                  <a:cubicBezTo>
                    <a:pt x="4181" y="3651"/>
                    <a:pt x="4403" y="3556"/>
                    <a:pt x="4656" y="3556"/>
                  </a:cubicBezTo>
                  <a:close/>
                  <a:moveTo>
                    <a:pt x="4682" y="3328"/>
                  </a:moveTo>
                  <a:cubicBezTo>
                    <a:pt x="4379" y="3328"/>
                    <a:pt x="4085" y="3422"/>
                    <a:pt x="3864" y="3588"/>
                  </a:cubicBezTo>
                  <a:cubicBezTo>
                    <a:pt x="3579" y="3809"/>
                    <a:pt x="3389" y="4126"/>
                    <a:pt x="3358" y="4475"/>
                  </a:cubicBezTo>
                  <a:cubicBezTo>
                    <a:pt x="3294" y="4823"/>
                    <a:pt x="3389" y="5171"/>
                    <a:pt x="3611" y="5425"/>
                  </a:cubicBezTo>
                  <a:cubicBezTo>
                    <a:pt x="3801" y="5710"/>
                    <a:pt x="4118" y="5900"/>
                    <a:pt x="4466" y="5931"/>
                  </a:cubicBezTo>
                  <a:cubicBezTo>
                    <a:pt x="4529" y="5931"/>
                    <a:pt x="4593" y="5963"/>
                    <a:pt x="4656" y="5963"/>
                  </a:cubicBezTo>
                  <a:cubicBezTo>
                    <a:pt x="5289" y="5963"/>
                    <a:pt x="5859" y="5456"/>
                    <a:pt x="5954" y="4791"/>
                  </a:cubicBezTo>
                  <a:cubicBezTo>
                    <a:pt x="6049" y="4094"/>
                    <a:pt x="5543" y="3429"/>
                    <a:pt x="4814" y="3334"/>
                  </a:cubicBezTo>
                  <a:cubicBezTo>
                    <a:pt x="4770" y="3330"/>
                    <a:pt x="4726" y="3328"/>
                    <a:pt x="4682" y="3328"/>
                  </a:cubicBezTo>
                  <a:close/>
                  <a:moveTo>
                    <a:pt x="3991" y="263"/>
                  </a:moveTo>
                  <a:cubicBezTo>
                    <a:pt x="4086" y="453"/>
                    <a:pt x="4466" y="1308"/>
                    <a:pt x="5068" y="1371"/>
                  </a:cubicBezTo>
                  <a:cubicBezTo>
                    <a:pt x="5102" y="1377"/>
                    <a:pt x="5137" y="1379"/>
                    <a:pt x="5172" y="1379"/>
                  </a:cubicBezTo>
                  <a:cubicBezTo>
                    <a:pt x="5709" y="1379"/>
                    <a:pt x="6249" y="726"/>
                    <a:pt x="6398" y="548"/>
                  </a:cubicBezTo>
                  <a:lnTo>
                    <a:pt x="7285" y="1086"/>
                  </a:lnTo>
                  <a:cubicBezTo>
                    <a:pt x="7190" y="1276"/>
                    <a:pt x="6873" y="2163"/>
                    <a:pt x="7253" y="2638"/>
                  </a:cubicBezTo>
                  <a:cubicBezTo>
                    <a:pt x="7443" y="2891"/>
                    <a:pt x="7760" y="3081"/>
                    <a:pt x="8076" y="3113"/>
                  </a:cubicBezTo>
                  <a:cubicBezTo>
                    <a:pt x="8107" y="3117"/>
                    <a:pt x="8140" y="3119"/>
                    <a:pt x="8174" y="3119"/>
                  </a:cubicBezTo>
                  <a:cubicBezTo>
                    <a:pt x="8383" y="3119"/>
                    <a:pt x="8637" y="3045"/>
                    <a:pt x="8773" y="3018"/>
                  </a:cubicBezTo>
                  <a:lnTo>
                    <a:pt x="9026" y="3999"/>
                  </a:lnTo>
                  <a:cubicBezTo>
                    <a:pt x="8836" y="4063"/>
                    <a:pt x="7981" y="4475"/>
                    <a:pt x="7886" y="5076"/>
                  </a:cubicBezTo>
                  <a:cubicBezTo>
                    <a:pt x="7823" y="5646"/>
                    <a:pt x="8551" y="6248"/>
                    <a:pt x="8710" y="6375"/>
                  </a:cubicBezTo>
                  <a:lnTo>
                    <a:pt x="8203" y="7293"/>
                  </a:lnTo>
                  <a:cubicBezTo>
                    <a:pt x="8056" y="7230"/>
                    <a:pt x="7618" y="7070"/>
                    <a:pt x="7210" y="7070"/>
                  </a:cubicBezTo>
                  <a:cubicBezTo>
                    <a:pt x="7002" y="7070"/>
                    <a:pt x="6801" y="7112"/>
                    <a:pt x="6651" y="7230"/>
                  </a:cubicBezTo>
                  <a:cubicBezTo>
                    <a:pt x="6176" y="7610"/>
                    <a:pt x="6271" y="8528"/>
                    <a:pt x="6271" y="8750"/>
                  </a:cubicBezTo>
                  <a:lnTo>
                    <a:pt x="5289" y="9035"/>
                  </a:lnTo>
                  <a:cubicBezTo>
                    <a:pt x="5194" y="8813"/>
                    <a:pt x="4814" y="7958"/>
                    <a:pt x="4213" y="7895"/>
                  </a:cubicBezTo>
                  <a:lnTo>
                    <a:pt x="4118" y="7895"/>
                  </a:lnTo>
                  <a:cubicBezTo>
                    <a:pt x="3579" y="7895"/>
                    <a:pt x="3009" y="8560"/>
                    <a:pt x="2883" y="8686"/>
                  </a:cubicBezTo>
                  <a:lnTo>
                    <a:pt x="1996" y="8180"/>
                  </a:lnTo>
                  <a:cubicBezTo>
                    <a:pt x="2059" y="7990"/>
                    <a:pt x="2407" y="7103"/>
                    <a:pt x="2027" y="6628"/>
                  </a:cubicBezTo>
                  <a:cubicBezTo>
                    <a:pt x="1799" y="6317"/>
                    <a:pt x="1313" y="6250"/>
                    <a:pt x="942" y="6250"/>
                  </a:cubicBezTo>
                  <a:cubicBezTo>
                    <a:pt x="747" y="6250"/>
                    <a:pt x="584" y="6269"/>
                    <a:pt x="507" y="6280"/>
                  </a:cubicBezTo>
                  <a:lnTo>
                    <a:pt x="254" y="5266"/>
                  </a:lnTo>
                  <a:cubicBezTo>
                    <a:pt x="444" y="5171"/>
                    <a:pt x="1299" y="4791"/>
                    <a:pt x="1394" y="4190"/>
                  </a:cubicBezTo>
                  <a:cubicBezTo>
                    <a:pt x="1457" y="3619"/>
                    <a:pt x="729" y="3018"/>
                    <a:pt x="571" y="2891"/>
                  </a:cubicBezTo>
                  <a:lnTo>
                    <a:pt x="1077" y="2004"/>
                  </a:lnTo>
                  <a:cubicBezTo>
                    <a:pt x="1204" y="2068"/>
                    <a:pt x="1457" y="2258"/>
                    <a:pt x="1679" y="2289"/>
                  </a:cubicBezTo>
                  <a:cubicBezTo>
                    <a:pt x="1723" y="2293"/>
                    <a:pt x="1768" y="2295"/>
                    <a:pt x="1812" y="2295"/>
                  </a:cubicBezTo>
                  <a:cubicBezTo>
                    <a:pt x="2114" y="2295"/>
                    <a:pt x="2408" y="2202"/>
                    <a:pt x="2629" y="2036"/>
                  </a:cubicBezTo>
                  <a:cubicBezTo>
                    <a:pt x="3104" y="1688"/>
                    <a:pt x="3009" y="738"/>
                    <a:pt x="2978" y="516"/>
                  </a:cubicBezTo>
                  <a:lnTo>
                    <a:pt x="3991" y="263"/>
                  </a:lnTo>
                  <a:close/>
                  <a:moveTo>
                    <a:pt x="4041" y="1"/>
                  </a:moveTo>
                  <a:cubicBezTo>
                    <a:pt x="4025" y="1"/>
                    <a:pt x="4008" y="4"/>
                    <a:pt x="3991" y="9"/>
                  </a:cubicBezTo>
                  <a:lnTo>
                    <a:pt x="2883" y="294"/>
                  </a:lnTo>
                  <a:cubicBezTo>
                    <a:pt x="2788" y="358"/>
                    <a:pt x="2724" y="421"/>
                    <a:pt x="2756" y="516"/>
                  </a:cubicBezTo>
                  <a:cubicBezTo>
                    <a:pt x="2788" y="801"/>
                    <a:pt x="2819" y="1593"/>
                    <a:pt x="2502" y="1846"/>
                  </a:cubicBezTo>
                  <a:cubicBezTo>
                    <a:pt x="2317" y="2005"/>
                    <a:pt x="2087" y="2075"/>
                    <a:pt x="1849" y="2075"/>
                  </a:cubicBezTo>
                  <a:cubicBezTo>
                    <a:pt x="1803" y="2075"/>
                    <a:pt x="1757" y="2073"/>
                    <a:pt x="1711" y="2068"/>
                  </a:cubicBezTo>
                  <a:cubicBezTo>
                    <a:pt x="1552" y="2036"/>
                    <a:pt x="1267" y="1846"/>
                    <a:pt x="1141" y="1783"/>
                  </a:cubicBezTo>
                  <a:cubicBezTo>
                    <a:pt x="1109" y="1751"/>
                    <a:pt x="1077" y="1751"/>
                    <a:pt x="1014" y="1751"/>
                  </a:cubicBezTo>
                  <a:cubicBezTo>
                    <a:pt x="982" y="1751"/>
                    <a:pt x="919" y="1783"/>
                    <a:pt x="887" y="1846"/>
                  </a:cubicBezTo>
                  <a:lnTo>
                    <a:pt x="317" y="2828"/>
                  </a:lnTo>
                  <a:cubicBezTo>
                    <a:pt x="286" y="2891"/>
                    <a:pt x="317" y="3018"/>
                    <a:pt x="381" y="3049"/>
                  </a:cubicBezTo>
                  <a:cubicBezTo>
                    <a:pt x="634" y="3239"/>
                    <a:pt x="1204" y="3746"/>
                    <a:pt x="1141" y="4190"/>
                  </a:cubicBezTo>
                  <a:cubicBezTo>
                    <a:pt x="1109" y="4601"/>
                    <a:pt x="381" y="4981"/>
                    <a:pt x="127" y="5076"/>
                  </a:cubicBezTo>
                  <a:cubicBezTo>
                    <a:pt x="32" y="5108"/>
                    <a:pt x="1" y="5203"/>
                    <a:pt x="1" y="5298"/>
                  </a:cubicBezTo>
                  <a:lnTo>
                    <a:pt x="317" y="6406"/>
                  </a:lnTo>
                  <a:cubicBezTo>
                    <a:pt x="349" y="6501"/>
                    <a:pt x="444" y="6533"/>
                    <a:pt x="507" y="6533"/>
                  </a:cubicBezTo>
                  <a:cubicBezTo>
                    <a:pt x="606" y="6511"/>
                    <a:pt x="764" y="6493"/>
                    <a:pt x="940" y="6493"/>
                  </a:cubicBezTo>
                  <a:cubicBezTo>
                    <a:pt x="1275" y="6493"/>
                    <a:pt x="1672" y="6558"/>
                    <a:pt x="1837" y="6786"/>
                  </a:cubicBezTo>
                  <a:cubicBezTo>
                    <a:pt x="2122" y="7135"/>
                    <a:pt x="1869" y="7863"/>
                    <a:pt x="1742" y="8148"/>
                  </a:cubicBezTo>
                  <a:cubicBezTo>
                    <a:pt x="1711" y="8211"/>
                    <a:pt x="1742" y="8306"/>
                    <a:pt x="1837" y="8370"/>
                  </a:cubicBezTo>
                  <a:lnTo>
                    <a:pt x="2819" y="8940"/>
                  </a:lnTo>
                  <a:cubicBezTo>
                    <a:pt x="2854" y="8951"/>
                    <a:pt x="2889" y="8959"/>
                    <a:pt x="2922" y="8959"/>
                  </a:cubicBezTo>
                  <a:cubicBezTo>
                    <a:pt x="2979" y="8959"/>
                    <a:pt x="3032" y="8937"/>
                    <a:pt x="3073" y="8876"/>
                  </a:cubicBezTo>
                  <a:cubicBezTo>
                    <a:pt x="3227" y="8661"/>
                    <a:pt x="3741" y="8115"/>
                    <a:pt x="4147" y="8115"/>
                  </a:cubicBezTo>
                  <a:cubicBezTo>
                    <a:pt x="4159" y="8115"/>
                    <a:pt x="4170" y="8116"/>
                    <a:pt x="4181" y="8116"/>
                  </a:cubicBezTo>
                  <a:cubicBezTo>
                    <a:pt x="4593" y="8180"/>
                    <a:pt x="4973" y="8876"/>
                    <a:pt x="5068" y="9162"/>
                  </a:cubicBezTo>
                  <a:cubicBezTo>
                    <a:pt x="5099" y="9225"/>
                    <a:pt x="5163" y="9257"/>
                    <a:pt x="5258" y="9257"/>
                  </a:cubicBezTo>
                  <a:lnTo>
                    <a:pt x="5289" y="9257"/>
                  </a:lnTo>
                  <a:lnTo>
                    <a:pt x="6398" y="8972"/>
                  </a:lnTo>
                  <a:cubicBezTo>
                    <a:pt x="6493" y="8940"/>
                    <a:pt x="6524" y="8845"/>
                    <a:pt x="6524" y="8750"/>
                  </a:cubicBezTo>
                  <a:cubicBezTo>
                    <a:pt x="6493" y="8465"/>
                    <a:pt x="6429" y="7673"/>
                    <a:pt x="6778" y="7420"/>
                  </a:cubicBezTo>
                  <a:cubicBezTo>
                    <a:pt x="6888" y="7340"/>
                    <a:pt x="7038" y="7310"/>
                    <a:pt x="7201" y="7310"/>
                  </a:cubicBezTo>
                  <a:cubicBezTo>
                    <a:pt x="7555" y="7310"/>
                    <a:pt x="7966" y="7450"/>
                    <a:pt x="8140" y="7515"/>
                  </a:cubicBezTo>
                  <a:cubicBezTo>
                    <a:pt x="8157" y="7523"/>
                    <a:pt x="8178" y="7527"/>
                    <a:pt x="8201" y="7527"/>
                  </a:cubicBezTo>
                  <a:cubicBezTo>
                    <a:pt x="8264" y="7527"/>
                    <a:pt x="8338" y="7498"/>
                    <a:pt x="8361" y="7451"/>
                  </a:cubicBezTo>
                  <a:lnTo>
                    <a:pt x="8931" y="6470"/>
                  </a:lnTo>
                  <a:cubicBezTo>
                    <a:pt x="8995" y="6375"/>
                    <a:pt x="8963" y="6280"/>
                    <a:pt x="8868" y="6216"/>
                  </a:cubicBezTo>
                  <a:cubicBezTo>
                    <a:pt x="8646" y="6058"/>
                    <a:pt x="8076" y="5520"/>
                    <a:pt x="8108" y="5108"/>
                  </a:cubicBezTo>
                  <a:lnTo>
                    <a:pt x="8140" y="5076"/>
                  </a:lnTo>
                  <a:cubicBezTo>
                    <a:pt x="8171" y="4665"/>
                    <a:pt x="8868" y="4285"/>
                    <a:pt x="9153" y="4190"/>
                  </a:cubicBezTo>
                  <a:cubicBezTo>
                    <a:pt x="9216" y="4158"/>
                    <a:pt x="9280" y="4063"/>
                    <a:pt x="9248" y="3968"/>
                  </a:cubicBezTo>
                  <a:lnTo>
                    <a:pt x="8963" y="2859"/>
                  </a:lnTo>
                  <a:cubicBezTo>
                    <a:pt x="8963" y="2828"/>
                    <a:pt x="8931" y="2796"/>
                    <a:pt x="8868" y="2764"/>
                  </a:cubicBezTo>
                  <a:cubicBezTo>
                    <a:pt x="8852" y="2749"/>
                    <a:pt x="8828" y="2741"/>
                    <a:pt x="8805" y="2741"/>
                  </a:cubicBezTo>
                  <a:cubicBezTo>
                    <a:pt x="8781" y="2741"/>
                    <a:pt x="8757" y="2749"/>
                    <a:pt x="8741" y="2764"/>
                  </a:cubicBezTo>
                  <a:cubicBezTo>
                    <a:pt x="8629" y="2793"/>
                    <a:pt x="8365" y="2896"/>
                    <a:pt x="8175" y="2896"/>
                  </a:cubicBezTo>
                  <a:cubicBezTo>
                    <a:pt x="8151" y="2896"/>
                    <a:pt x="8129" y="2895"/>
                    <a:pt x="8108" y="2891"/>
                  </a:cubicBezTo>
                  <a:cubicBezTo>
                    <a:pt x="7823" y="2859"/>
                    <a:pt x="7601" y="2701"/>
                    <a:pt x="7411" y="2479"/>
                  </a:cubicBezTo>
                  <a:cubicBezTo>
                    <a:pt x="7158" y="2163"/>
                    <a:pt x="7411" y="1403"/>
                    <a:pt x="7506" y="1149"/>
                  </a:cubicBezTo>
                  <a:cubicBezTo>
                    <a:pt x="7538" y="1054"/>
                    <a:pt x="7538" y="959"/>
                    <a:pt x="7443" y="896"/>
                  </a:cubicBezTo>
                  <a:lnTo>
                    <a:pt x="6461" y="326"/>
                  </a:lnTo>
                  <a:cubicBezTo>
                    <a:pt x="6436" y="317"/>
                    <a:pt x="6410" y="313"/>
                    <a:pt x="6385" y="313"/>
                  </a:cubicBezTo>
                  <a:cubicBezTo>
                    <a:pt x="6317" y="313"/>
                    <a:pt x="6254" y="343"/>
                    <a:pt x="6208" y="389"/>
                  </a:cubicBezTo>
                  <a:cubicBezTo>
                    <a:pt x="6057" y="600"/>
                    <a:pt x="5563" y="1154"/>
                    <a:pt x="5161" y="1154"/>
                  </a:cubicBezTo>
                  <a:cubicBezTo>
                    <a:pt x="5140" y="1154"/>
                    <a:pt x="5120" y="1152"/>
                    <a:pt x="5099" y="1149"/>
                  </a:cubicBezTo>
                  <a:cubicBezTo>
                    <a:pt x="4656" y="1086"/>
                    <a:pt x="4308" y="389"/>
                    <a:pt x="4213" y="136"/>
                  </a:cubicBezTo>
                  <a:cubicBezTo>
                    <a:pt x="4187" y="58"/>
                    <a:pt x="4118" y="1"/>
                    <a:pt x="40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"/>
            <p:cNvSpPr/>
            <p:nvPr/>
          </p:nvSpPr>
          <p:spPr>
            <a:xfrm>
              <a:off x="2856282" y="2566888"/>
              <a:ext cx="315304" cy="315270"/>
            </a:xfrm>
            <a:custGeom>
              <a:rect b="b" l="l" r="r" t="t"/>
              <a:pathLst>
                <a:path extrusionOk="0" h="9311" w="9312">
                  <a:moveTo>
                    <a:pt x="4656" y="3579"/>
                  </a:moveTo>
                  <a:cubicBezTo>
                    <a:pt x="4719" y="3579"/>
                    <a:pt x="4783" y="3579"/>
                    <a:pt x="4846" y="3610"/>
                  </a:cubicBezTo>
                  <a:cubicBezTo>
                    <a:pt x="5131" y="3642"/>
                    <a:pt x="5384" y="3800"/>
                    <a:pt x="5543" y="4054"/>
                  </a:cubicBezTo>
                  <a:cubicBezTo>
                    <a:pt x="5701" y="4275"/>
                    <a:pt x="5764" y="4560"/>
                    <a:pt x="5701" y="4845"/>
                  </a:cubicBezTo>
                  <a:cubicBezTo>
                    <a:pt x="5618" y="5345"/>
                    <a:pt x="5193" y="5723"/>
                    <a:pt x="4684" y="5723"/>
                  </a:cubicBezTo>
                  <a:cubicBezTo>
                    <a:pt x="4613" y="5723"/>
                    <a:pt x="4540" y="5716"/>
                    <a:pt x="4466" y="5700"/>
                  </a:cubicBezTo>
                  <a:cubicBezTo>
                    <a:pt x="4181" y="5669"/>
                    <a:pt x="3959" y="5510"/>
                    <a:pt x="3769" y="5257"/>
                  </a:cubicBezTo>
                  <a:cubicBezTo>
                    <a:pt x="3611" y="5035"/>
                    <a:pt x="3548" y="4750"/>
                    <a:pt x="3611" y="4465"/>
                  </a:cubicBezTo>
                  <a:cubicBezTo>
                    <a:pt x="3674" y="4180"/>
                    <a:pt x="3801" y="3959"/>
                    <a:pt x="4054" y="3769"/>
                  </a:cubicBezTo>
                  <a:cubicBezTo>
                    <a:pt x="4244" y="3642"/>
                    <a:pt x="4434" y="3579"/>
                    <a:pt x="4656" y="3579"/>
                  </a:cubicBezTo>
                  <a:close/>
                  <a:moveTo>
                    <a:pt x="4676" y="3337"/>
                  </a:moveTo>
                  <a:cubicBezTo>
                    <a:pt x="4418" y="3337"/>
                    <a:pt x="4153" y="3428"/>
                    <a:pt x="3928" y="3579"/>
                  </a:cubicBezTo>
                  <a:cubicBezTo>
                    <a:pt x="3611" y="3769"/>
                    <a:pt x="3421" y="4085"/>
                    <a:pt x="3389" y="4434"/>
                  </a:cubicBezTo>
                  <a:cubicBezTo>
                    <a:pt x="3326" y="4782"/>
                    <a:pt x="3389" y="5130"/>
                    <a:pt x="3579" y="5415"/>
                  </a:cubicBezTo>
                  <a:cubicBezTo>
                    <a:pt x="3801" y="5700"/>
                    <a:pt x="4086" y="5890"/>
                    <a:pt x="4434" y="5954"/>
                  </a:cubicBezTo>
                  <a:lnTo>
                    <a:pt x="4656" y="5954"/>
                  </a:lnTo>
                  <a:cubicBezTo>
                    <a:pt x="5289" y="5954"/>
                    <a:pt x="5859" y="5510"/>
                    <a:pt x="5954" y="4877"/>
                  </a:cubicBezTo>
                  <a:cubicBezTo>
                    <a:pt x="6018" y="4529"/>
                    <a:pt x="5954" y="4180"/>
                    <a:pt x="5733" y="3895"/>
                  </a:cubicBezTo>
                  <a:cubicBezTo>
                    <a:pt x="5543" y="3610"/>
                    <a:pt x="5226" y="3420"/>
                    <a:pt x="4878" y="3357"/>
                  </a:cubicBezTo>
                  <a:cubicBezTo>
                    <a:pt x="4812" y="3344"/>
                    <a:pt x="4744" y="3337"/>
                    <a:pt x="4676" y="3337"/>
                  </a:cubicBezTo>
                  <a:close/>
                  <a:moveTo>
                    <a:pt x="4213" y="253"/>
                  </a:moveTo>
                  <a:cubicBezTo>
                    <a:pt x="4276" y="475"/>
                    <a:pt x="4656" y="1330"/>
                    <a:pt x="5226" y="1425"/>
                  </a:cubicBezTo>
                  <a:cubicBezTo>
                    <a:pt x="5264" y="1431"/>
                    <a:pt x="5302" y="1434"/>
                    <a:pt x="5341" y="1434"/>
                  </a:cubicBezTo>
                  <a:cubicBezTo>
                    <a:pt x="5906" y="1434"/>
                    <a:pt x="6469" y="813"/>
                    <a:pt x="6588" y="665"/>
                  </a:cubicBezTo>
                  <a:lnTo>
                    <a:pt x="7443" y="1203"/>
                  </a:lnTo>
                  <a:cubicBezTo>
                    <a:pt x="7348" y="1330"/>
                    <a:pt x="7190" y="1615"/>
                    <a:pt x="7126" y="1805"/>
                  </a:cubicBezTo>
                  <a:cubicBezTo>
                    <a:pt x="7063" y="2154"/>
                    <a:pt x="7158" y="2502"/>
                    <a:pt x="7348" y="2787"/>
                  </a:cubicBezTo>
                  <a:cubicBezTo>
                    <a:pt x="7623" y="3162"/>
                    <a:pt x="8253" y="3201"/>
                    <a:pt x="8615" y="3201"/>
                  </a:cubicBezTo>
                  <a:cubicBezTo>
                    <a:pt x="8712" y="3201"/>
                    <a:pt x="8790" y="3199"/>
                    <a:pt x="8836" y="3199"/>
                  </a:cubicBezTo>
                  <a:lnTo>
                    <a:pt x="9090" y="4212"/>
                  </a:lnTo>
                  <a:cubicBezTo>
                    <a:pt x="8868" y="4275"/>
                    <a:pt x="8013" y="4624"/>
                    <a:pt x="7886" y="5225"/>
                  </a:cubicBezTo>
                  <a:cubicBezTo>
                    <a:pt x="7791" y="5795"/>
                    <a:pt x="8488" y="6429"/>
                    <a:pt x="8678" y="6587"/>
                  </a:cubicBezTo>
                  <a:lnTo>
                    <a:pt x="8108" y="7442"/>
                  </a:lnTo>
                  <a:cubicBezTo>
                    <a:pt x="7979" y="7378"/>
                    <a:pt x="7527" y="7196"/>
                    <a:pt x="7102" y="7196"/>
                  </a:cubicBezTo>
                  <a:cubicBezTo>
                    <a:pt x="6902" y="7196"/>
                    <a:pt x="6708" y="7236"/>
                    <a:pt x="6556" y="7347"/>
                  </a:cubicBezTo>
                  <a:cubicBezTo>
                    <a:pt x="6271" y="7537"/>
                    <a:pt x="6113" y="7822"/>
                    <a:pt x="6049" y="8171"/>
                  </a:cubicBezTo>
                  <a:cubicBezTo>
                    <a:pt x="5986" y="8392"/>
                    <a:pt x="6081" y="8709"/>
                    <a:pt x="6113" y="8836"/>
                  </a:cubicBezTo>
                  <a:lnTo>
                    <a:pt x="5131" y="9057"/>
                  </a:lnTo>
                  <a:cubicBezTo>
                    <a:pt x="5036" y="8867"/>
                    <a:pt x="4688" y="7981"/>
                    <a:pt x="4118" y="7886"/>
                  </a:cubicBezTo>
                  <a:lnTo>
                    <a:pt x="3991" y="7886"/>
                  </a:lnTo>
                  <a:cubicBezTo>
                    <a:pt x="3453" y="7886"/>
                    <a:pt x="2883" y="8487"/>
                    <a:pt x="2756" y="8677"/>
                  </a:cubicBezTo>
                  <a:lnTo>
                    <a:pt x="1869" y="8107"/>
                  </a:lnTo>
                  <a:cubicBezTo>
                    <a:pt x="1964" y="7917"/>
                    <a:pt x="2344" y="7031"/>
                    <a:pt x="1996" y="6555"/>
                  </a:cubicBezTo>
                  <a:cubicBezTo>
                    <a:pt x="1735" y="6199"/>
                    <a:pt x="1135" y="6128"/>
                    <a:pt x="771" y="6128"/>
                  </a:cubicBezTo>
                  <a:cubicBezTo>
                    <a:pt x="650" y="6128"/>
                    <a:pt x="555" y="6136"/>
                    <a:pt x="507" y="6144"/>
                  </a:cubicBezTo>
                  <a:lnTo>
                    <a:pt x="254" y="5130"/>
                  </a:lnTo>
                  <a:cubicBezTo>
                    <a:pt x="476" y="5035"/>
                    <a:pt x="1331" y="4687"/>
                    <a:pt x="1426" y="4117"/>
                  </a:cubicBezTo>
                  <a:cubicBezTo>
                    <a:pt x="1552" y="3515"/>
                    <a:pt x="856" y="2882"/>
                    <a:pt x="666" y="2755"/>
                  </a:cubicBezTo>
                  <a:lnTo>
                    <a:pt x="1236" y="1869"/>
                  </a:lnTo>
                  <a:cubicBezTo>
                    <a:pt x="1369" y="1935"/>
                    <a:pt x="1843" y="2125"/>
                    <a:pt x="2278" y="2125"/>
                  </a:cubicBezTo>
                  <a:cubicBezTo>
                    <a:pt x="2465" y="2125"/>
                    <a:pt x="2645" y="2090"/>
                    <a:pt x="2788" y="1995"/>
                  </a:cubicBezTo>
                  <a:cubicBezTo>
                    <a:pt x="3263" y="1647"/>
                    <a:pt x="3231" y="697"/>
                    <a:pt x="3199" y="475"/>
                  </a:cubicBezTo>
                  <a:lnTo>
                    <a:pt x="4213" y="253"/>
                  </a:lnTo>
                  <a:close/>
                  <a:moveTo>
                    <a:pt x="4213" y="0"/>
                  </a:moveTo>
                  <a:lnTo>
                    <a:pt x="3073" y="253"/>
                  </a:lnTo>
                  <a:cubicBezTo>
                    <a:pt x="3009" y="285"/>
                    <a:pt x="2946" y="380"/>
                    <a:pt x="2946" y="443"/>
                  </a:cubicBezTo>
                  <a:cubicBezTo>
                    <a:pt x="2978" y="728"/>
                    <a:pt x="2978" y="1520"/>
                    <a:pt x="2629" y="1773"/>
                  </a:cubicBezTo>
                  <a:cubicBezTo>
                    <a:pt x="2528" y="1847"/>
                    <a:pt x="2396" y="1875"/>
                    <a:pt x="2252" y="1875"/>
                  </a:cubicBezTo>
                  <a:cubicBezTo>
                    <a:pt x="1899" y="1875"/>
                    <a:pt x="1479" y="1705"/>
                    <a:pt x="1299" y="1615"/>
                  </a:cubicBezTo>
                  <a:cubicBezTo>
                    <a:pt x="1274" y="1607"/>
                    <a:pt x="1248" y="1603"/>
                    <a:pt x="1223" y="1603"/>
                  </a:cubicBezTo>
                  <a:cubicBezTo>
                    <a:pt x="1155" y="1603"/>
                    <a:pt x="1092" y="1632"/>
                    <a:pt x="1046" y="1678"/>
                  </a:cubicBezTo>
                  <a:lnTo>
                    <a:pt x="444" y="2660"/>
                  </a:lnTo>
                  <a:cubicBezTo>
                    <a:pt x="381" y="2755"/>
                    <a:pt x="412" y="2850"/>
                    <a:pt x="476" y="2914"/>
                  </a:cubicBezTo>
                  <a:cubicBezTo>
                    <a:pt x="697" y="3072"/>
                    <a:pt x="1267" y="3642"/>
                    <a:pt x="1204" y="4054"/>
                  </a:cubicBezTo>
                  <a:cubicBezTo>
                    <a:pt x="1141" y="4465"/>
                    <a:pt x="412" y="4814"/>
                    <a:pt x="127" y="4909"/>
                  </a:cubicBezTo>
                  <a:cubicBezTo>
                    <a:pt x="64" y="4940"/>
                    <a:pt x="1" y="5035"/>
                    <a:pt x="1" y="5130"/>
                  </a:cubicBezTo>
                  <a:lnTo>
                    <a:pt x="254" y="6239"/>
                  </a:lnTo>
                  <a:cubicBezTo>
                    <a:pt x="280" y="6317"/>
                    <a:pt x="349" y="6374"/>
                    <a:pt x="426" y="6374"/>
                  </a:cubicBezTo>
                  <a:cubicBezTo>
                    <a:pt x="442" y="6374"/>
                    <a:pt x="459" y="6371"/>
                    <a:pt x="476" y="6365"/>
                  </a:cubicBezTo>
                  <a:cubicBezTo>
                    <a:pt x="542" y="6358"/>
                    <a:pt x="635" y="6353"/>
                    <a:pt x="742" y="6353"/>
                  </a:cubicBezTo>
                  <a:cubicBezTo>
                    <a:pt x="1097" y="6353"/>
                    <a:pt x="1604" y="6415"/>
                    <a:pt x="1774" y="6682"/>
                  </a:cubicBezTo>
                  <a:cubicBezTo>
                    <a:pt x="2027" y="7031"/>
                    <a:pt x="1742" y="7759"/>
                    <a:pt x="1647" y="8044"/>
                  </a:cubicBezTo>
                  <a:cubicBezTo>
                    <a:pt x="1584" y="8107"/>
                    <a:pt x="1616" y="8202"/>
                    <a:pt x="1711" y="8266"/>
                  </a:cubicBezTo>
                  <a:lnTo>
                    <a:pt x="2661" y="8867"/>
                  </a:lnTo>
                  <a:cubicBezTo>
                    <a:pt x="2697" y="8892"/>
                    <a:pt x="2733" y="8902"/>
                    <a:pt x="2768" y="8902"/>
                  </a:cubicBezTo>
                  <a:cubicBezTo>
                    <a:pt x="2824" y="8902"/>
                    <a:pt x="2875" y="8875"/>
                    <a:pt x="2914" y="8836"/>
                  </a:cubicBezTo>
                  <a:cubicBezTo>
                    <a:pt x="3061" y="8631"/>
                    <a:pt x="3559" y="8128"/>
                    <a:pt x="3958" y="8128"/>
                  </a:cubicBezTo>
                  <a:cubicBezTo>
                    <a:pt x="3991" y="8128"/>
                    <a:pt x="4023" y="8132"/>
                    <a:pt x="4054" y="8139"/>
                  </a:cubicBezTo>
                  <a:cubicBezTo>
                    <a:pt x="4498" y="8202"/>
                    <a:pt x="4814" y="8899"/>
                    <a:pt x="4909" y="9184"/>
                  </a:cubicBezTo>
                  <a:cubicBezTo>
                    <a:pt x="4941" y="9247"/>
                    <a:pt x="5004" y="9311"/>
                    <a:pt x="5099" y="9311"/>
                  </a:cubicBezTo>
                  <a:lnTo>
                    <a:pt x="5131" y="9311"/>
                  </a:lnTo>
                  <a:lnTo>
                    <a:pt x="6239" y="9057"/>
                  </a:lnTo>
                  <a:cubicBezTo>
                    <a:pt x="6303" y="9026"/>
                    <a:pt x="6334" y="8994"/>
                    <a:pt x="6334" y="8962"/>
                  </a:cubicBezTo>
                  <a:cubicBezTo>
                    <a:pt x="6366" y="8931"/>
                    <a:pt x="6366" y="8867"/>
                    <a:pt x="6366" y="8804"/>
                  </a:cubicBezTo>
                  <a:cubicBezTo>
                    <a:pt x="6334" y="8709"/>
                    <a:pt x="6239" y="8361"/>
                    <a:pt x="6271" y="8202"/>
                  </a:cubicBezTo>
                  <a:cubicBezTo>
                    <a:pt x="6303" y="7917"/>
                    <a:pt x="6461" y="7696"/>
                    <a:pt x="6683" y="7537"/>
                  </a:cubicBezTo>
                  <a:cubicBezTo>
                    <a:pt x="6791" y="7459"/>
                    <a:pt x="6938" y="7429"/>
                    <a:pt x="7098" y="7429"/>
                  </a:cubicBezTo>
                  <a:cubicBezTo>
                    <a:pt x="7454" y="7429"/>
                    <a:pt x="7870" y="7577"/>
                    <a:pt x="8045" y="7664"/>
                  </a:cubicBezTo>
                  <a:cubicBezTo>
                    <a:pt x="8067" y="7686"/>
                    <a:pt x="8093" y="7697"/>
                    <a:pt x="8121" y="7697"/>
                  </a:cubicBezTo>
                  <a:cubicBezTo>
                    <a:pt x="8171" y="7697"/>
                    <a:pt x="8225" y="7662"/>
                    <a:pt x="8266" y="7601"/>
                  </a:cubicBezTo>
                  <a:lnTo>
                    <a:pt x="8900" y="6651"/>
                  </a:lnTo>
                  <a:cubicBezTo>
                    <a:pt x="8931" y="6555"/>
                    <a:pt x="8900" y="6460"/>
                    <a:pt x="8836" y="6397"/>
                  </a:cubicBezTo>
                  <a:cubicBezTo>
                    <a:pt x="8615" y="6239"/>
                    <a:pt x="8045" y="5669"/>
                    <a:pt x="8140" y="5257"/>
                  </a:cubicBezTo>
                  <a:cubicBezTo>
                    <a:pt x="8203" y="4845"/>
                    <a:pt x="8900" y="4497"/>
                    <a:pt x="9185" y="4402"/>
                  </a:cubicBezTo>
                  <a:cubicBezTo>
                    <a:pt x="9280" y="4370"/>
                    <a:pt x="9311" y="4275"/>
                    <a:pt x="9311" y="4180"/>
                  </a:cubicBezTo>
                  <a:lnTo>
                    <a:pt x="9058" y="3072"/>
                  </a:lnTo>
                  <a:cubicBezTo>
                    <a:pt x="9032" y="2994"/>
                    <a:pt x="8963" y="2937"/>
                    <a:pt x="8886" y="2937"/>
                  </a:cubicBezTo>
                  <a:cubicBezTo>
                    <a:pt x="8870" y="2937"/>
                    <a:pt x="8853" y="2940"/>
                    <a:pt x="8836" y="2945"/>
                  </a:cubicBezTo>
                  <a:cubicBezTo>
                    <a:pt x="8770" y="2953"/>
                    <a:pt x="8679" y="2958"/>
                    <a:pt x="8574" y="2958"/>
                  </a:cubicBezTo>
                  <a:cubicBezTo>
                    <a:pt x="8226" y="2958"/>
                    <a:pt x="7733" y="2896"/>
                    <a:pt x="7538" y="2629"/>
                  </a:cubicBezTo>
                  <a:cubicBezTo>
                    <a:pt x="7380" y="2407"/>
                    <a:pt x="7316" y="2122"/>
                    <a:pt x="7348" y="1837"/>
                  </a:cubicBezTo>
                  <a:cubicBezTo>
                    <a:pt x="7380" y="1678"/>
                    <a:pt x="7601" y="1393"/>
                    <a:pt x="7665" y="1298"/>
                  </a:cubicBezTo>
                  <a:cubicBezTo>
                    <a:pt x="7696" y="1235"/>
                    <a:pt x="7696" y="1203"/>
                    <a:pt x="7696" y="1140"/>
                  </a:cubicBezTo>
                  <a:cubicBezTo>
                    <a:pt x="7696" y="1108"/>
                    <a:pt x="7665" y="1077"/>
                    <a:pt x="7601" y="1045"/>
                  </a:cubicBezTo>
                  <a:lnTo>
                    <a:pt x="6651" y="412"/>
                  </a:lnTo>
                  <a:cubicBezTo>
                    <a:pt x="6634" y="403"/>
                    <a:pt x="6613" y="399"/>
                    <a:pt x="6589" y="399"/>
                  </a:cubicBezTo>
                  <a:cubicBezTo>
                    <a:pt x="6524" y="399"/>
                    <a:pt x="6444" y="429"/>
                    <a:pt x="6398" y="475"/>
                  </a:cubicBezTo>
                  <a:cubicBezTo>
                    <a:pt x="6251" y="680"/>
                    <a:pt x="5753" y="1182"/>
                    <a:pt x="5354" y="1182"/>
                  </a:cubicBezTo>
                  <a:cubicBezTo>
                    <a:pt x="5321" y="1182"/>
                    <a:pt x="5289" y="1179"/>
                    <a:pt x="5258" y="1172"/>
                  </a:cubicBezTo>
                  <a:cubicBezTo>
                    <a:pt x="4846" y="1108"/>
                    <a:pt x="4498" y="380"/>
                    <a:pt x="4403" y="127"/>
                  </a:cubicBezTo>
                  <a:cubicBezTo>
                    <a:pt x="4371" y="32"/>
                    <a:pt x="4308" y="0"/>
                    <a:pt x="4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"/>
            <p:cNvSpPr/>
            <p:nvPr/>
          </p:nvSpPr>
          <p:spPr>
            <a:xfrm>
              <a:off x="2553878" y="2454913"/>
              <a:ext cx="307787" cy="307144"/>
            </a:xfrm>
            <a:custGeom>
              <a:rect b="b" l="l" r="r" t="t"/>
              <a:pathLst>
                <a:path extrusionOk="0" h="9071" w="9090">
                  <a:moveTo>
                    <a:pt x="4524" y="3349"/>
                  </a:moveTo>
                  <a:cubicBezTo>
                    <a:pt x="4598" y="3349"/>
                    <a:pt x="4674" y="3356"/>
                    <a:pt x="4751" y="3370"/>
                  </a:cubicBezTo>
                  <a:cubicBezTo>
                    <a:pt x="5385" y="3465"/>
                    <a:pt x="5828" y="4099"/>
                    <a:pt x="5733" y="4732"/>
                  </a:cubicBezTo>
                  <a:cubicBezTo>
                    <a:pt x="5619" y="5333"/>
                    <a:pt x="5116" y="5727"/>
                    <a:pt x="4529" y="5727"/>
                  </a:cubicBezTo>
                  <a:cubicBezTo>
                    <a:pt x="4467" y="5727"/>
                    <a:pt x="4403" y="5723"/>
                    <a:pt x="4340" y="5714"/>
                  </a:cubicBezTo>
                  <a:cubicBezTo>
                    <a:pt x="3706" y="5587"/>
                    <a:pt x="3263" y="4985"/>
                    <a:pt x="3358" y="4320"/>
                  </a:cubicBezTo>
                  <a:cubicBezTo>
                    <a:pt x="3470" y="3760"/>
                    <a:pt x="3954" y="3349"/>
                    <a:pt x="4524" y="3349"/>
                  </a:cubicBezTo>
                  <a:close/>
                  <a:moveTo>
                    <a:pt x="4145" y="0"/>
                  </a:moveTo>
                  <a:cubicBezTo>
                    <a:pt x="4136" y="0"/>
                    <a:pt x="4127" y="4"/>
                    <a:pt x="4118" y="13"/>
                  </a:cubicBezTo>
                  <a:lnTo>
                    <a:pt x="3010" y="235"/>
                  </a:lnTo>
                  <a:cubicBezTo>
                    <a:pt x="2978" y="267"/>
                    <a:pt x="2946" y="298"/>
                    <a:pt x="2946" y="330"/>
                  </a:cubicBezTo>
                  <a:cubicBezTo>
                    <a:pt x="2946" y="330"/>
                    <a:pt x="3073" y="1407"/>
                    <a:pt x="2598" y="1755"/>
                  </a:cubicBezTo>
                  <a:cubicBezTo>
                    <a:pt x="2462" y="1849"/>
                    <a:pt x="2292" y="1883"/>
                    <a:pt x="2116" y="1883"/>
                  </a:cubicBezTo>
                  <a:cubicBezTo>
                    <a:pt x="1635" y="1883"/>
                    <a:pt x="1109" y="1629"/>
                    <a:pt x="1109" y="1629"/>
                  </a:cubicBezTo>
                  <a:cubicBezTo>
                    <a:pt x="1094" y="1613"/>
                    <a:pt x="1078" y="1605"/>
                    <a:pt x="1066" y="1605"/>
                  </a:cubicBezTo>
                  <a:cubicBezTo>
                    <a:pt x="1054" y="1605"/>
                    <a:pt x="1046" y="1613"/>
                    <a:pt x="1046" y="1629"/>
                  </a:cubicBezTo>
                  <a:lnTo>
                    <a:pt x="413" y="2610"/>
                  </a:lnTo>
                  <a:cubicBezTo>
                    <a:pt x="413" y="2610"/>
                    <a:pt x="413" y="2674"/>
                    <a:pt x="444" y="2674"/>
                  </a:cubicBezTo>
                  <a:cubicBezTo>
                    <a:pt x="444" y="2674"/>
                    <a:pt x="1299" y="3370"/>
                    <a:pt x="1204" y="3940"/>
                  </a:cubicBezTo>
                  <a:cubicBezTo>
                    <a:pt x="1109" y="4542"/>
                    <a:pt x="64" y="4890"/>
                    <a:pt x="64" y="4890"/>
                  </a:cubicBezTo>
                  <a:cubicBezTo>
                    <a:pt x="33" y="4890"/>
                    <a:pt x="1" y="4954"/>
                    <a:pt x="33" y="4985"/>
                  </a:cubicBezTo>
                  <a:lnTo>
                    <a:pt x="254" y="6094"/>
                  </a:lnTo>
                  <a:cubicBezTo>
                    <a:pt x="286" y="6126"/>
                    <a:pt x="318" y="6126"/>
                    <a:pt x="349" y="6126"/>
                  </a:cubicBezTo>
                  <a:cubicBezTo>
                    <a:pt x="349" y="6126"/>
                    <a:pt x="469" y="6111"/>
                    <a:pt x="641" y="6111"/>
                  </a:cubicBezTo>
                  <a:cubicBezTo>
                    <a:pt x="986" y="6111"/>
                    <a:pt x="1542" y="6168"/>
                    <a:pt x="1774" y="6506"/>
                  </a:cubicBezTo>
                  <a:cubicBezTo>
                    <a:pt x="2123" y="6981"/>
                    <a:pt x="1648" y="7962"/>
                    <a:pt x="1648" y="7962"/>
                  </a:cubicBezTo>
                  <a:cubicBezTo>
                    <a:pt x="1616" y="7994"/>
                    <a:pt x="1616" y="8026"/>
                    <a:pt x="1648" y="8057"/>
                  </a:cubicBezTo>
                  <a:lnTo>
                    <a:pt x="2629" y="8659"/>
                  </a:lnTo>
                  <a:cubicBezTo>
                    <a:pt x="2629" y="8659"/>
                    <a:pt x="2693" y="8659"/>
                    <a:pt x="2693" y="8627"/>
                  </a:cubicBezTo>
                  <a:cubicBezTo>
                    <a:pt x="2693" y="8627"/>
                    <a:pt x="3318" y="7860"/>
                    <a:pt x="3869" y="7860"/>
                  </a:cubicBezTo>
                  <a:cubicBezTo>
                    <a:pt x="3899" y="7860"/>
                    <a:pt x="3930" y="7862"/>
                    <a:pt x="3960" y="7867"/>
                  </a:cubicBezTo>
                  <a:cubicBezTo>
                    <a:pt x="4561" y="7994"/>
                    <a:pt x="4910" y="9007"/>
                    <a:pt x="4910" y="9007"/>
                  </a:cubicBezTo>
                  <a:cubicBezTo>
                    <a:pt x="4941" y="9039"/>
                    <a:pt x="4973" y="9071"/>
                    <a:pt x="5005" y="9071"/>
                  </a:cubicBezTo>
                  <a:lnTo>
                    <a:pt x="6113" y="8817"/>
                  </a:lnTo>
                  <a:cubicBezTo>
                    <a:pt x="6145" y="8817"/>
                    <a:pt x="6145" y="8786"/>
                    <a:pt x="6145" y="8754"/>
                  </a:cubicBezTo>
                  <a:cubicBezTo>
                    <a:pt x="6145" y="8754"/>
                    <a:pt x="5986" y="8311"/>
                    <a:pt x="6050" y="8057"/>
                  </a:cubicBezTo>
                  <a:cubicBezTo>
                    <a:pt x="6081" y="7772"/>
                    <a:pt x="6271" y="7487"/>
                    <a:pt x="6525" y="7297"/>
                  </a:cubicBezTo>
                  <a:cubicBezTo>
                    <a:pt x="6644" y="7218"/>
                    <a:pt x="6794" y="7188"/>
                    <a:pt x="6953" y="7188"/>
                  </a:cubicBezTo>
                  <a:cubicBezTo>
                    <a:pt x="7429" y="7188"/>
                    <a:pt x="7982" y="7456"/>
                    <a:pt x="7982" y="7456"/>
                  </a:cubicBezTo>
                  <a:cubicBezTo>
                    <a:pt x="8013" y="7456"/>
                    <a:pt x="8045" y="7456"/>
                    <a:pt x="8077" y="7424"/>
                  </a:cubicBezTo>
                  <a:lnTo>
                    <a:pt x="8678" y="6474"/>
                  </a:lnTo>
                  <a:cubicBezTo>
                    <a:pt x="8678" y="6442"/>
                    <a:pt x="8678" y="6411"/>
                    <a:pt x="8647" y="6379"/>
                  </a:cubicBezTo>
                  <a:cubicBezTo>
                    <a:pt x="8647" y="6379"/>
                    <a:pt x="7792" y="5682"/>
                    <a:pt x="7887" y="5112"/>
                  </a:cubicBezTo>
                  <a:cubicBezTo>
                    <a:pt x="8013" y="4542"/>
                    <a:pt x="9027" y="4162"/>
                    <a:pt x="9027" y="4162"/>
                  </a:cubicBezTo>
                  <a:cubicBezTo>
                    <a:pt x="9058" y="4162"/>
                    <a:pt x="9090" y="4130"/>
                    <a:pt x="9090" y="4099"/>
                  </a:cubicBezTo>
                  <a:lnTo>
                    <a:pt x="8837" y="2990"/>
                  </a:lnTo>
                  <a:cubicBezTo>
                    <a:pt x="8805" y="2959"/>
                    <a:pt x="8773" y="2927"/>
                    <a:pt x="8742" y="2927"/>
                  </a:cubicBezTo>
                  <a:cubicBezTo>
                    <a:pt x="8742" y="2927"/>
                    <a:pt x="8611" y="2942"/>
                    <a:pt x="8427" y="2942"/>
                  </a:cubicBezTo>
                  <a:cubicBezTo>
                    <a:pt x="8081" y="2942"/>
                    <a:pt x="7544" y="2888"/>
                    <a:pt x="7317" y="2579"/>
                  </a:cubicBezTo>
                  <a:cubicBezTo>
                    <a:pt x="7126" y="2325"/>
                    <a:pt x="7063" y="2009"/>
                    <a:pt x="7126" y="1692"/>
                  </a:cubicBezTo>
                  <a:cubicBezTo>
                    <a:pt x="7190" y="1470"/>
                    <a:pt x="7443" y="1090"/>
                    <a:pt x="7443" y="1090"/>
                  </a:cubicBezTo>
                  <a:cubicBezTo>
                    <a:pt x="7475" y="1059"/>
                    <a:pt x="7475" y="1027"/>
                    <a:pt x="7443" y="1027"/>
                  </a:cubicBezTo>
                  <a:lnTo>
                    <a:pt x="6493" y="394"/>
                  </a:lnTo>
                  <a:cubicBezTo>
                    <a:pt x="6461" y="394"/>
                    <a:pt x="6430" y="394"/>
                    <a:pt x="6398" y="425"/>
                  </a:cubicBezTo>
                  <a:cubicBezTo>
                    <a:pt x="6398" y="425"/>
                    <a:pt x="5773" y="1193"/>
                    <a:pt x="5222" y="1193"/>
                  </a:cubicBezTo>
                  <a:cubicBezTo>
                    <a:pt x="5192" y="1193"/>
                    <a:pt x="5161" y="1190"/>
                    <a:pt x="5131" y="1185"/>
                  </a:cubicBezTo>
                  <a:cubicBezTo>
                    <a:pt x="4561" y="1090"/>
                    <a:pt x="4181" y="45"/>
                    <a:pt x="4181" y="45"/>
                  </a:cubicBezTo>
                  <a:cubicBezTo>
                    <a:pt x="4181" y="23"/>
                    <a:pt x="4165" y="0"/>
                    <a:pt x="4145" y="0"/>
                  </a:cubicBezTo>
                  <a:close/>
                </a:path>
              </a:pathLst>
            </a:custGeom>
            <a:solidFill>
              <a:srgbClr val="31EAF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"/>
            <p:cNvSpPr/>
            <p:nvPr/>
          </p:nvSpPr>
          <p:spPr>
            <a:xfrm>
              <a:off x="2583750" y="3076200"/>
              <a:ext cx="1871401" cy="1331885"/>
            </a:xfrm>
            <a:custGeom>
              <a:rect b="b" l="l" r="r" t="t"/>
              <a:pathLst>
                <a:path extrusionOk="0" h="31068" w="44116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6" name="Google Shape;3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984" y="-493373"/>
            <a:ext cx="2286005" cy="228600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"/>
          <p:cNvSpPr txBox="1"/>
          <p:nvPr/>
        </p:nvSpPr>
        <p:spPr>
          <a:xfrm>
            <a:off x="519756" y="3519052"/>
            <a:ext cx="6704369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2400" u="none" cap="none" strike="noStrike">
                <a:solidFill>
                  <a:srgbClr val="0000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BASES DE INNOVACIÓN</a:t>
            </a:r>
            <a:endParaRPr b="1" i="0" sz="2400" u="none" cap="none" strike="noStrike">
              <a:solidFill>
                <a:srgbClr val="0000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1"/>
          <p:cNvSpPr txBox="1"/>
          <p:nvPr/>
        </p:nvSpPr>
        <p:spPr>
          <a:xfrm>
            <a:off x="519756" y="3043025"/>
            <a:ext cx="4164977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9B9B9B"/>
                </a:solidFill>
                <a:latin typeface="Roboto"/>
                <a:ea typeface="Roboto"/>
                <a:cs typeface="Roboto"/>
                <a:sym typeface="Roboto"/>
              </a:rPr>
              <a:t>BITÁCORA</a:t>
            </a:r>
            <a:r>
              <a:rPr b="1" i="0" lang="en" sz="3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3800" u="none" cap="none" strike="noStrike">
                <a:solidFill>
                  <a:srgbClr val="EF8600"/>
                </a:solidFill>
                <a:latin typeface="Roboto"/>
                <a:ea typeface="Roboto"/>
                <a:cs typeface="Roboto"/>
                <a:sym typeface="Roboto"/>
              </a:rPr>
              <a:t>EA1</a:t>
            </a:r>
            <a:endParaRPr/>
          </a:p>
        </p:txBody>
      </p:sp>
      <p:cxnSp>
        <p:nvCxnSpPr>
          <p:cNvPr id="329" name="Google Shape;329;p1"/>
          <p:cNvCxnSpPr/>
          <p:nvPr/>
        </p:nvCxnSpPr>
        <p:spPr>
          <a:xfrm>
            <a:off x="578886" y="4061159"/>
            <a:ext cx="3642385" cy="0"/>
          </a:xfrm>
          <a:prstGeom prst="straightConnector1">
            <a:avLst/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1"/>
          <p:cNvSpPr txBox="1"/>
          <p:nvPr/>
        </p:nvSpPr>
        <p:spPr>
          <a:xfrm>
            <a:off x="524203" y="4054971"/>
            <a:ext cx="219905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BIY - 1101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"/>
          <p:cNvSpPr txBox="1"/>
          <p:nvPr/>
        </p:nvSpPr>
        <p:spPr>
          <a:xfrm>
            <a:off x="1935655" y="1231435"/>
            <a:ext cx="80538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EA1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"/>
          <p:cNvSpPr txBox="1"/>
          <p:nvPr/>
        </p:nvSpPr>
        <p:spPr>
          <a:xfrm>
            <a:off x="2607487" y="2583271"/>
            <a:ext cx="7012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Preparándonos para Innovar</a:t>
            </a:r>
            <a:endParaRPr b="1" sz="373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8" name="Google Shape;338;p2"/>
          <p:cNvCxnSpPr/>
          <p:nvPr/>
        </p:nvCxnSpPr>
        <p:spPr>
          <a:xfrm>
            <a:off x="2607487" y="2631405"/>
            <a:ext cx="6630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2"/>
          <p:cNvSpPr txBox="1"/>
          <p:nvPr/>
        </p:nvSpPr>
        <p:spPr>
          <a:xfrm>
            <a:off x="1760700" y="3675325"/>
            <a:ext cx="4575300" cy="25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Índice de actividades: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Actividad Nº1:  Contexto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Actividad Nº2: Perfil de Usuario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Actividad Nº3: Mapa de empatía 3C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Actividad Nº4: Punto de Vista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Actividad Nº5: Mapa de Experiencia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Actividad Nº6: Lluvia de Ideas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Actividad Nº7: Evaluación de Ideas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Actividad Nº8: Descripción de Idea/Solución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0" name="Google Shape;340;p2"/>
          <p:cNvSpPr txBox="1"/>
          <p:nvPr/>
        </p:nvSpPr>
        <p:spPr>
          <a:xfrm>
            <a:off x="6258285" y="4210775"/>
            <a:ext cx="4173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Actividad Nº9: Prototipo/Storyboard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Actividad Nº10: Pauta de Entrevistas Para Testeo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Actividad Nº11: Análisis de Resultados de Testeo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Actividad Nº12: Propuesta de Mejora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6584" y="-591898"/>
            <a:ext cx="2286006" cy="228600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"/>
          <p:cNvSpPr txBox="1"/>
          <p:nvPr/>
        </p:nvSpPr>
        <p:spPr>
          <a:xfrm>
            <a:off x="407022" y="3268532"/>
            <a:ext cx="6704369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2200">
                <a:solidFill>
                  <a:srgbClr val="0000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INTEGRANTES DEL EQUIPO</a:t>
            </a:r>
            <a:endParaRPr b="1" i="0" sz="2200" u="none" cap="none" strike="noStrike">
              <a:solidFill>
                <a:srgbClr val="0000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3"/>
          <p:cNvSpPr txBox="1"/>
          <p:nvPr/>
        </p:nvSpPr>
        <p:spPr>
          <a:xfrm>
            <a:off x="407022" y="2792505"/>
            <a:ext cx="4164977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9B9B9B"/>
                </a:solidFill>
                <a:latin typeface="Roboto"/>
                <a:ea typeface="Roboto"/>
                <a:cs typeface="Roboto"/>
                <a:sym typeface="Roboto"/>
              </a:rPr>
              <a:t>BITÁCORA</a:t>
            </a:r>
            <a:r>
              <a:rPr b="1" lang="en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3800">
                <a:solidFill>
                  <a:srgbClr val="EF8600"/>
                </a:solidFill>
                <a:latin typeface="Roboto"/>
                <a:ea typeface="Roboto"/>
                <a:cs typeface="Roboto"/>
                <a:sym typeface="Roboto"/>
              </a:rPr>
              <a:t>EA1</a:t>
            </a:r>
            <a:endParaRPr/>
          </a:p>
        </p:txBody>
      </p:sp>
      <p:cxnSp>
        <p:nvCxnSpPr>
          <p:cNvPr id="348" name="Google Shape;348;p3"/>
          <p:cNvCxnSpPr/>
          <p:nvPr/>
        </p:nvCxnSpPr>
        <p:spPr>
          <a:xfrm>
            <a:off x="466152" y="3773061"/>
            <a:ext cx="3867853" cy="0"/>
          </a:xfrm>
          <a:prstGeom prst="straightConnector1">
            <a:avLst/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49" name="Google Shape;349;p3"/>
          <p:cNvGraphicFramePr/>
          <p:nvPr/>
        </p:nvGraphicFramePr>
        <p:xfrm>
          <a:off x="5573750" y="229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{3E75F0A2-F9CF-4E25-9378-95F343FBEE35}</a:tableStyleId>
              </a:tblPr>
              <a:tblGrid>
                <a:gridCol w="5547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Nombre y Apellido</a:t>
                      </a:r>
                      <a:endParaRPr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EF86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4068" y="-603492"/>
            <a:ext cx="2073317" cy="2073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110" y="912689"/>
            <a:ext cx="1963350" cy="196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"/>
          <p:cNvSpPr txBox="1"/>
          <p:nvPr/>
        </p:nvSpPr>
        <p:spPr>
          <a:xfrm>
            <a:off x="739000" y="1842600"/>
            <a:ext cx="10843600" cy="29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5"/>
          <p:cNvSpPr txBox="1"/>
          <p:nvPr/>
        </p:nvSpPr>
        <p:spPr>
          <a:xfrm>
            <a:off x="378900" y="3096375"/>
            <a:ext cx="5314500" cy="24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Tienen en sus manos la bitácora </a:t>
            </a:r>
            <a:r>
              <a:rPr lang="en" sz="17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 de la asignatura </a:t>
            </a:r>
            <a:r>
              <a:rPr lang="en" sz="17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Bases de Innovación</a:t>
            </a:r>
            <a:r>
              <a:rPr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, esta herramienta </a:t>
            </a:r>
            <a:r>
              <a:rPr b="1"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te acompañará </a:t>
            </a:r>
            <a:r>
              <a:rPr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y será de mucha utilidad, </a:t>
            </a:r>
            <a:r>
              <a:rPr b="1"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ya que te permitirá resguardar y registrar las actividades didácticas en tu proceso de aprendizaje. </a:t>
            </a:r>
            <a:r>
              <a:rPr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Durante el semestre trabajarás con tres bitácoras, una para cada experiencia de aprendizaje y una bitácora para el Examen Transversal (ET).</a:t>
            </a:r>
            <a:endParaRPr i="0" sz="1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5"/>
          <p:cNvSpPr txBox="1"/>
          <p:nvPr/>
        </p:nvSpPr>
        <p:spPr>
          <a:xfrm>
            <a:off x="6136500" y="1012625"/>
            <a:ext cx="5798400" cy="50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 continuación, algunas recomendaciones para su uso:</a:t>
            </a:r>
            <a:endParaRPr i="0" sz="1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i="0" sz="1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40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Noto Sans Symbols"/>
              <a:buChar char="⮚"/>
            </a:pPr>
            <a:r>
              <a:rPr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La bitácora es de </a:t>
            </a:r>
            <a:r>
              <a:rPr b="1"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uso colectivo</a:t>
            </a:r>
            <a:r>
              <a:rPr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, es decir, se completa una bitácora por equipo de trabajo.</a:t>
            </a:r>
            <a:endParaRPr i="0" sz="1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40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Noto Sans Symbols"/>
              <a:buChar char="⮚"/>
            </a:pPr>
            <a:r>
              <a:rPr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Deben </a:t>
            </a:r>
            <a:r>
              <a:rPr b="1"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registrar todas las evidencias </a:t>
            </a:r>
            <a:r>
              <a:rPr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que den cuenta de la realización de las actividades de acuerdo a las instrucciones de su profesor(a).</a:t>
            </a:r>
            <a:endParaRPr i="0" sz="1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400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Noto Sans Symbols"/>
              <a:buChar char="⮚"/>
            </a:pPr>
            <a:r>
              <a:rPr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Si tu profesor(a) utiliza algunas plataformas para la realización de ciertas actividades, </a:t>
            </a:r>
            <a:r>
              <a:rPr b="1"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recuerden traspasar el trabajo realizado a la bitácora</a:t>
            </a:r>
            <a:r>
              <a:rPr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, pudiendo hacer una captura de imagen.</a:t>
            </a:r>
            <a:endParaRPr i="0" sz="1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7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349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1"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Registren toda la retroalimentación </a:t>
            </a:r>
            <a:r>
              <a:rPr i="0" lang="en" sz="17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que les entregue su profesor(a), esto les ayudará a preparar con mayor coherencia y sustento sus evaluaciones.</a:t>
            </a:r>
            <a:r>
              <a:rPr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460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460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210c04b1f9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210c04b1f9_0_0"/>
          <p:cNvSpPr txBox="1"/>
          <p:nvPr/>
        </p:nvSpPr>
        <p:spPr>
          <a:xfrm>
            <a:off x="2068947" y="2035110"/>
            <a:ext cx="80541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lang="en" sz="9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Actividades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210c04b1f9_0_0"/>
          <p:cNvSpPr txBox="1"/>
          <p:nvPr/>
        </p:nvSpPr>
        <p:spPr>
          <a:xfrm>
            <a:off x="3871923" y="3346127"/>
            <a:ext cx="4147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lang="en" sz="3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EA1</a:t>
            </a:r>
            <a:endParaRPr b="1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6" name="Google Shape;366;g3210c04b1f9_0_0"/>
          <p:cNvCxnSpPr/>
          <p:nvPr/>
        </p:nvCxnSpPr>
        <p:spPr>
          <a:xfrm>
            <a:off x="2781012" y="3429005"/>
            <a:ext cx="6630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g3210c04b1f9_0_0"/>
          <p:cNvSpPr/>
          <p:nvPr/>
        </p:nvSpPr>
        <p:spPr>
          <a:xfrm>
            <a:off x="9911737" y="5184684"/>
            <a:ext cx="913037" cy="930445"/>
          </a:xfrm>
          <a:custGeom>
            <a:rect b="b" l="l" r="r" t="t"/>
            <a:pathLst>
              <a:path extrusionOk="0" h="20204" w="19826">
                <a:moveTo>
                  <a:pt x="3734" y="1"/>
                </a:moveTo>
                <a:cubicBezTo>
                  <a:pt x="3586" y="1"/>
                  <a:pt x="3429" y="28"/>
                  <a:pt x="3262" y="89"/>
                </a:cubicBezTo>
                <a:cubicBezTo>
                  <a:pt x="1710" y="691"/>
                  <a:pt x="2566" y="2717"/>
                  <a:pt x="2566" y="2717"/>
                </a:cubicBezTo>
                <a:lnTo>
                  <a:pt x="6112" y="12123"/>
                </a:lnTo>
                <a:cubicBezTo>
                  <a:pt x="6162" y="12248"/>
                  <a:pt x="6075" y="12333"/>
                  <a:pt x="5989" y="12333"/>
                </a:cubicBezTo>
                <a:cubicBezTo>
                  <a:pt x="5966" y="12333"/>
                  <a:pt x="5943" y="12327"/>
                  <a:pt x="5922" y="12313"/>
                </a:cubicBezTo>
                <a:lnTo>
                  <a:pt x="4212" y="11300"/>
                </a:lnTo>
                <a:cubicBezTo>
                  <a:pt x="4212" y="11300"/>
                  <a:pt x="4212" y="11268"/>
                  <a:pt x="4181" y="11268"/>
                </a:cubicBezTo>
                <a:cubicBezTo>
                  <a:pt x="4089" y="11199"/>
                  <a:pt x="3134" y="10383"/>
                  <a:pt x="2181" y="10383"/>
                </a:cubicBezTo>
                <a:cubicBezTo>
                  <a:pt x="1818" y="10383"/>
                  <a:pt x="1455" y="10501"/>
                  <a:pt x="1140" y="10825"/>
                </a:cubicBezTo>
                <a:cubicBezTo>
                  <a:pt x="0" y="12028"/>
                  <a:pt x="1235" y="13327"/>
                  <a:pt x="1330" y="13422"/>
                </a:cubicBezTo>
                <a:cubicBezTo>
                  <a:pt x="1362" y="13422"/>
                  <a:pt x="1362" y="13422"/>
                  <a:pt x="1362" y="13453"/>
                </a:cubicBezTo>
                <a:lnTo>
                  <a:pt x="9786" y="19565"/>
                </a:lnTo>
                <a:cubicBezTo>
                  <a:pt x="9818" y="19597"/>
                  <a:pt x="9818" y="19597"/>
                  <a:pt x="9849" y="19629"/>
                </a:cubicBezTo>
                <a:lnTo>
                  <a:pt x="9976" y="19914"/>
                </a:lnTo>
                <a:cubicBezTo>
                  <a:pt x="10070" y="20102"/>
                  <a:pt x="10253" y="20203"/>
                  <a:pt x="10431" y="20203"/>
                </a:cubicBezTo>
                <a:cubicBezTo>
                  <a:pt x="10492" y="20203"/>
                  <a:pt x="10553" y="20191"/>
                  <a:pt x="10609" y="20167"/>
                </a:cubicBezTo>
                <a:lnTo>
                  <a:pt x="18115" y="17158"/>
                </a:lnTo>
                <a:cubicBezTo>
                  <a:pt x="18368" y="17032"/>
                  <a:pt x="18495" y="16778"/>
                  <a:pt x="18400" y="16525"/>
                </a:cubicBezTo>
                <a:lnTo>
                  <a:pt x="18305" y="16240"/>
                </a:lnTo>
                <a:cubicBezTo>
                  <a:pt x="18273" y="16177"/>
                  <a:pt x="18273" y="16113"/>
                  <a:pt x="18305" y="16082"/>
                </a:cubicBezTo>
                <a:cubicBezTo>
                  <a:pt x="19825" y="14118"/>
                  <a:pt x="18812" y="11490"/>
                  <a:pt x="18812" y="11490"/>
                </a:cubicBezTo>
                <a:lnTo>
                  <a:pt x="17292" y="7626"/>
                </a:lnTo>
                <a:cubicBezTo>
                  <a:pt x="17292" y="7626"/>
                  <a:pt x="17292" y="7626"/>
                  <a:pt x="17292" y="7594"/>
                </a:cubicBezTo>
                <a:cubicBezTo>
                  <a:pt x="17260" y="7468"/>
                  <a:pt x="16817" y="5631"/>
                  <a:pt x="15455" y="5631"/>
                </a:cubicBezTo>
                <a:cubicBezTo>
                  <a:pt x="14663" y="5631"/>
                  <a:pt x="14220" y="5979"/>
                  <a:pt x="13998" y="6296"/>
                </a:cubicBezTo>
                <a:cubicBezTo>
                  <a:pt x="13973" y="6333"/>
                  <a:pt x="13933" y="6351"/>
                  <a:pt x="13892" y="6351"/>
                </a:cubicBezTo>
                <a:cubicBezTo>
                  <a:pt x="13830" y="6351"/>
                  <a:pt x="13764" y="6309"/>
                  <a:pt x="13745" y="6233"/>
                </a:cubicBezTo>
                <a:cubicBezTo>
                  <a:pt x="13650" y="5853"/>
                  <a:pt x="13333" y="5346"/>
                  <a:pt x="12383" y="5251"/>
                </a:cubicBezTo>
                <a:cubicBezTo>
                  <a:pt x="12284" y="5239"/>
                  <a:pt x="12190" y="5234"/>
                  <a:pt x="12101" y="5234"/>
                </a:cubicBezTo>
                <a:cubicBezTo>
                  <a:pt x="11227" y="5234"/>
                  <a:pt x="10848" y="5764"/>
                  <a:pt x="10704" y="6138"/>
                </a:cubicBezTo>
                <a:cubicBezTo>
                  <a:pt x="10688" y="6206"/>
                  <a:pt x="10634" y="6237"/>
                  <a:pt x="10579" y="6237"/>
                </a:cubicBezTo>
                <a:cubicBezTo>
                  <a:pt x="10530" y="6237"/>
                  <a:pt x="10481" y="6213"/>
                  <a:pt x="10451" y="6169"/>
                </a:cubicBezTo>
                <a:cubicBezTo>
                  <a:pt x="10155" y="5551"/>
                  <a:pt x="9586" y="4865"/>
                  <a:pt x="8840" y="4865"/>
                </a:cubicBezTo>
                <a:cubicBezTo>
                  <a:pt x="8707" y="4865"/>
                  <a:pt x="8568" y="4886"/>
                  <a:pt x="8424" y="4934"/>
                </a:cubicBezTo>
                <a:cubicBezTo>
                  <a:pt x="7791" y="5124"/>
                  <a:pt x="7506" y="5536"/>
                  <a:pt x="7379" y="5853"/>
                </a:cubicBezTo>
                <a:cubicBezTo>
                  <a:pt x="7348" y="5916"/>
                  <a:pt x="7292" y="5948"/>
                  <a:pt x="7237" y="5948"/>
                </a:cubicBezTo>
                <a:cubicBezTo>
                  <a:pt x="7181" y="5948"/>
                  <a:pt x="7126" y="5916"/>
                  <a:pt x="7094" y="5853"/>
                </a:cubicBezTo>
                <a:lnTo>
                  <a:pt x="5574" y="1894"/>
                </a:lnTo>
                <a:cubicBezTo>
                  <a:pt x="5574" y="1894"/>
                  <a:pt x="4968" y="1"/>
                  <a:pt x="373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210c04b1f9_0_0"/>
          <p:cNvSpPr/>
          <p:nvPr/>
        </p:nvSpPr>
        <p:spPr>
          <a:xfrm>
            <a:off x="10372593" y="5992368"/>
            <a:ext cx="517814" cy="376479"/>
          </a:xfrm>
          <a:custGeom>
            <a:rect b="b" l="l" r="r" t="t"/>
            <a:pathLst>
              <a:path extrusionOk="0" h="8175" w="11244">
                <a:moveTo>
                  <a:pt x="8904" y="1"/>
                </a:moveTo>
                <a:cubicBezTo>
                  <a:pt x="8840" y="1"/>
                  <a:pt x="8774" y="11"/>
                  <a:pt x="8710" y="32"/>
                </a:cubicBezTo>
                <a:lnTo>
                  <a:pt x="412" y="3389"/>
                </a:lnTo>
                <a:cubicBezTo>
                  <a:pt x="127" y="3484"/>
                  <a:pt x="1" y="3832"/>
                  <a:pt x="127" y="4117"/>
                </a:cubicBezTo>
                <a:lnTo>
                  <a:pt x="1838" y="7854"/>
                </a:lnTo>
                <a:cubicBezTo>
                  <a:pt x="1933" y="8068"/>
                  <a:pt x="2134" y="8175"/>
                  <a:pt x="2350" y="8175"/>
                </a:cubicBezTo>
                <a:cubicBezTo>
                  <a:pt x="2421" y="8175"/>
                  <a:pt x="2495" y="8163"/>
                  <a:pt x="2566" y="8139"/>
                </a:cubicBezTo>
                <a:lnTo>
                  <a:pt x="10800" y="4877"/>
                </a:lnTo>
                <a:cubicBezTo>
                  <a:pt x="11117" y="4782"/>
                  <a:pt x="11243" y="4434"/>
                  <a:pt x="11117" y="4149"/>
                </a:cubicBezTo>
                <a:lnTo>
                  <a:pt x="9406" y="317"/>
                </a:lnTo>
                <a:cubicBezTo>
                  <a:pt x="9333" y="121"/>
                  <a:pt x="9126" y="1"/>
                  <a:pt x="890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210c04b1f9_0_0"/>
          <p:cNvSpPr/>
          <p:nvPr/>
        </p:nvSpPr>
        <p:spPr>
          <a:xfrm>
            <a:off x="9706063" y="5021471"/>
            <a:ext cx="226118" cy="144006"/>
          </a:xfrm>
          <a:custGeom>
            <a:rect b="b" l="l" r="r" t="t"/>
            <a:pathLst>
              <a:path extrusionOk="0" h="3127" w="4910">
                <a:moveTo>
                  <a:pt x="1143" y="0"/>
                </a:moveTo>
                <a:cubicBezTo>
                  <a:pt x="757" y="0"/>
                  <a:pt x="386" y="219"/>
                  <a:pt x="223" y="593"/>
                </a:cubicBezTo>
                <a:cubicBezTo>
                  <a:pt x="1" y="1068"/>
                  <a:pt x="254" y="1669"/>
                  <a:pt x="729" y="1891"/>
                </a:cubicBezTo>
                <a:lnTo>
                  <a:pt x="3358" y="3063"/>
                </a:lnTo>
                <a:cubicBezTo>
                  <a:pt x="3485" y="3126"/>
                  <a:pt x="3643" y="3126"/>
                  <a:pt x="3770" y="3126"/>
                </a:cubicBezTo>
                <a:cubicBezTo>
                  <a:pt x="4150" y="3126"/>
                  <a:pt x="4498" y="2905"/>
                  <a:pt x="4688" y="2556"/>
                </a:cubicBezTo>
                <a:cubicBezTo>
                  <a:pt x="4910" y="2049"/>
                  <a:pt x="4656" y="1448"/>
                  <a:pt x="4181" y="1226"/>
                </a:cubicBezTo>
                <a:lnTo>
                  <a:pt x="1553" y="86"/>
                </a:lnTo>
                <a:cubicBezTo>
                  <a:pt x="1420" y="28"/>
                  <a:pt x="1280" y="0"/>
                  <a:pt x="114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210c04b1f9_0_0"/>
          <p:cNvSpPr/>
          <p:nvPr/>
        </p:nvSpPr>
        <p:spPr>
          <a:xfrm>
            <a:off x="10188840" y="5234376"/>
            <a:ext cx="226118" cy="145480"/>
          </a:xfrm>
          <a:custGeom>
            <a:rect b="b" l="l" r="r" t="t"/>
            <a:pathLst>
              <a:path extrusionOk="0" h="3159" w="4910">
                <a:moveTo>
                  <a:pt x="1143" y="1"/>
                </a:moveTo>
                <a:cubicBezTo>
                  <a:pt x="756" y="1"/>
                  <a:pt x="386" y="220"/>
                  <a:pt x="222" y="593"/>
                </a:cubicBezTo>
                <a:cubicBezTo>
                  <a:pt x="0" y="1068"/>
                  <a:pt x="254" y="1670"/>
                  <a:pt x="729" y="1892"/>
                </a:cubicBezTo>
                <a:lnTo>
                  <a:pt x="3357" y="3064"/>
                </a:lnTo>
                <a:cubicBezTo>
                  <a:pt x="3484" y="3127"/>
                  <a:pt x="3642" y="3159"/>
                  <a:pt x="3769" y="3159"/>
                </a:cubicBezTo>
                <a:cubicBezTo>
                  <a:pt x="4149" y="3159"/>
                  <a:pt x="4497" y="2937"/>
                  <a:pt x="4687" y="2557"/>
                </a:cubicBezTo>
                <a:cubicBezTo>
                  <a:pt x="4909" y="2050"/>
                  <a:pt x="4656" y="1480"/>
                  <a:pt x="4181" y="1258"/>
                </a:cubicBezTo>
                <a:lnTo>
                  <a:pt x="1552" y="87"/>
                </a:lnTo>
                <a:cubicBezTo>
                  <a:pt x="1419" y="29"/>
                  <a:pt x="1280" y="1"/>
                  <a:pt x="114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210c04b1f9_0_0"/>
          <p:cNvSpPr/>
          <p:nvPr/>
        </p:nvSpPr>
        <p:spPr>
          <a:xfrm>
            <a:off x="9701688" y="5225901"/>
            <a:ext cx="226118" cy="139355"/>
          </a:xfrm>
          <a:custGeom>
            <a:rect b="b" l="l" r="r" t="t"/>
            <a:pathLst>
              <a:path extrusionOk="0" h="3026" w="4910">
                <a:moveTo>
                  <a:pt x="3817" y="0"/>
                </a:moveTo>
                <a:cubicBezTo>
                  <a:pt x="3687" y="0"/>
                  <a:pt x="3553" y="26"/>
                  <a:pt x="3421" y="81"/>
                </a:cubicBezTo>
                <a:lnTo>
                  <a:pt x="761" y="1094"/>
                </a:lnTo>
                <a:cubicBezTo>
                  <a:pt x="254" y="1316"/>
                  <a:pt x="1" y="1886"/>
                  <a:pt x="191" y="2392"/>
                </a:cubicBezTo>
                <a:cubicBezTo>
                  <a:pt x="349" y="2773"/>
                  <a:pt x="698" y="3026"/>
                  <a:pt x="1109" y="3026"/>
                </a:cubicBezTo>
                <a:cubicBezTo>
                  <a:pt x="1236" y="3026"/>
                  <a:pt x="1331" y="2994"/>
                  <a:pt x="1458" y="2963"/>
                </a:cubicBezTo>
                <a:lnTo>
                  <a:pt x="4150" y="1917"/>
                </a:lnTo>
                <a:cubicBezTo>
                  <a:pt x="4656" y="1727"/>
                  <a:pt x="4910" y="1157"/>
                  <a:pt x="4720" y="651"/>
                </a:cubicBezTo>
                <a:cubicBezTo>
                  <a:pt x="4576" y="244"/>
                  <a:pt x="4216" y="0"/>
                  <a:pt x="381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210c04b1f9_0_0"/>
          <p:cNvSpPr/>
          <p:nvPr/>
        </p:nvSpPr>
        <p:spPr>
          <a:xfrm>
            <a:off x="10193215" y="5035609"/>
            <a:ext cx="226118" cy="138618"/>
          </a:xfrm>
          <a:custGeom>
            <a:rect b="b" l="l" r="r" t="t"/>
            <a:pathLst>
              <a:path extrusionOk="0" h="3010" w="4910">
                <a:moveTo>
                  <a:pt x="3799" y="1"/>
                </a:moveTo>
                <a:cubicBezTo>
                  <a:pt x="3684" y="1"/>
                  <a:pt x="3566" y="21"/>
                  <a:pt x="3452" y="64"/>
                </a:cubicBezTo>
                <a:lnTo>
                  <a:pt x="761" y="1109"/>
                </a:lnTo>
                <a:cubicBezTo>
                  <a:pt x="254" y="1299"/>
                  <a:pt x="0" y="1869"/>
                  <a:pt x="190" y="2376"/>
                </a:cubicBezTo>
                <a:cubicBezTo>
                  <a:pt x="349" y="2756"/>
                  <a:pt x="729" y="3009"/>
                  <a:pt x="1109" y="3009"/>
                </a:cubicBezTo>
                <a:cubicBezTo>
                  <a:pt x="1236" y="3009"/>
                  <a:pt x="1362" y="2978"/>
                  <a:pt x="1457" y="2946"/>
                </a:cubicBezTo>
                <a:lnTo>
                  <a:pt x="4149" y="1901"/>
                </a:lnTo>
                <a:cubicBezTo>
                  <a:pt x="4656" y="1711"/>
                  <a:pt x="4909" y="1141"/>
                  <a:pt x="4719" y="634"/>
                </a:cubicBezTo>
                <a:cubicBezTo>
                  <a:pt x="4572" y="241"/>
                  <a:pt x="4197" y="1"/>
                  <a:pt x="379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210c04b1f9_0_0"/>
          <p:cNvSpPr/>
          <p:nvPr/>
        </p:nvSpPr>
        <p:spPr>
          <a:xfrm>
            <a:off x="9875263" y="5335048"/>
            <a:ext cx="157546" cy="212532"/>
          </a:xfrm>
          <a:custGeom>
            <a:rect b="b" l="l" r="r" t="t"/>
            <a:pathLst>
              <a:path extrusionOk="0" h="4615" w="3421">
                <a:moveTo>
                  <a:pt x="2288" y="0"/>
                </a:moveTo>
                <a:cubicBezTo>
                  <a:pt x="1911" y="0"/>
                  <a:pt x="1558" y="219"/>
                  <a:pt x="1394" y="593"/>
                </a:cubicBezTo>
                <a:lnTo>
                  <a:pt x="222" y="3221"/>
                </a:lnTo>
                <a:cubicBezTo>
                  <a:pt x="1" y="3728"/>
                  <a:pt x="222" y="4298"/>
                  <a:pt x="729" y="4519"/>
                </a:cubicBezTo>
                <a:cubicBezTo>
                  <a:pt x="856" y="4583"/>
                  <a:pt x="982" y="4614"/>
                  <a:pt x="1109" y="4614"/>
                </a:cubicBezTo>
                <a:cubicBezTo>
                  <a:pt x="1489" y="4614"/>
                  <a:pt x="1869" y="4393"/>
                  <a:pt x="2027" y="4013"/>
                </a:cubicBezTo>
                <a:lnTo>
                  <a:pt x="3199" y="1384"/>
                </a:lnTo>
                <a:cubicBezTo>
                  <a:pt x="3421" y="909"/>
                  <a:pt x="3199" y="307"/>
                  <a:pt x="2692" y="86"/>
                </a:cubicBezTo>
                <a:cubicBezTo>
                  <a:pt x="2560" y="28"/>
                  <a:pt x="2422" y="0"/>
                  <a:pt x="228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210c04b1f9_0_0"/>
          <p:cNvSpPr/>
          <p:nvPr/>
        </p:nvSpPr>
        <p:spPr>
          <a:xfrm>
            <a:off x="10088213" y="4852271"/>
            <a:ext cx="157546" cy="212578"/>
          </a:xfrm>
          <a:custGeom>
            <a:rect b="b" l="l" r="r" t="t"/>
            <a:pathLst>
              <a:path extrusionOk="0" h="4616" w="3421">
                <a:moveTo>
                  <a:pt x="2288" y="1"/>
                </a:moveTo>
                <a:cubicBezTo>
                  <a:pt x="1910" y="1"/>
                  <a:pt x="1557" y="219"/>
                  <a:pt x="1394" y="593"/>
                </a:cubicBezTo>
                <a:lnTo>
                  <a:pt x="222" y="3222"/>
                </a:lnTo>
                <a:cubicBezTo>
                  <a:pt x="0" y="3728"/>
                  <a:pt x="222" y="4298"/>
                  <a:pt x="729" y="4520"/>
                </a:cubicBezTo>
                <a:cubicBezTo>
                  <a:pt x="855" y="4583"/>
                  <a:pt x="982" y="4615"/>
                  <a:pt x="1140" y="4615"/>
                </a:cubicBezTo>
                <a:cubicBezTo>
                  <a:pt x="1520" y="4615"/>
                  <a:pt x="1869" y="4393"/>
                  <a:pt x="2027" y="4013"/>
                </a:cubicBezTo>
                <a:lnTo>
                  <a:pt x="3199" y="1385"/>
                </a:lnTo>
                <a:cubicBezTo>
                  <a:pt x="3421" y="910"/>
                  <a:pt x="3199" y="308"/>
                  <a:pt x="2692" y="86"/>
                </a:cubicBezTo>
                <a:cubicBezTo>
                  <a:pt x="2559" y="28"/>
                  <a:pt x="2422" y="1"/>
                  <a:pt x="228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210c04b1f9_0_0"/>
          <p:cNvSpPr/>
          <p:nvPr/>
        </p:nvSpPr>
        <p:spPr>
          <a:xfrm rot="-2693006">
            <a:off x="9904601" y="4825574"/>
            <a:ext cx="157545" cy="212577"/>
          </a:xfrm>
          <a:custGeom>
            <a:rect b="b" l="l" r="r" t="t"/>
            <a:pathLst>
              <a:path extrusionOk="0" h="4616" w="3421">
                <a:moveTo>
                  <a:pt x="2288" y="1"/>
                </a:moveTo>
                <a:cubicBezTo>
                  <a:pt x="1910" y="1"/>
                  <a:pt x="1557" y="219"/>
                  <a:pt x="1394" y="593"/>
                </a:cubicBezTo>
                <a:lnTo>
                  <a:pt x="222" y="3222"/>
                </a:lnTo>
                <a:cubicBezTo>
                  <a:pt x="0" y="3728"/>
                  <a:pt x="222" y="4298"/>
                  <a:pt x="729" y="4520"/>
                </a:cubicBezTo>
                <a:cubicBezTo>
                  <a:pt x="855" y="4583"/>
                  <a:pt x="982" y="4615"/>
                  <a:pt x="1140" y="4615"/>
                </a:cubicBezTo>
                <a:cubicBezTo>
                  <a:pt x="1520" y="4615"/>
                  <a:pt x="1869" y="4393"/>
                  <a:pt x="2027" y="4013"/>
                </a:cubicBezTo>
                <a:lnTo>
                  <a:pt x="3199" y="1385"/>
                </a:lnTo>
                <a:cubicBezTo>
                  <a:pt x="3421" y="910"/>
                  <a:pt x="3199" y="308"/>
                  <a:pt x="2692" y="86"/>
                </a:cubicBezTo>
                <a:cubicBezTo>
                  <a:pt x="2559" y="28"/>
                  <a:pt x="2422" y="1"/>
                  <a:pt x="228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2127ce18c5_0_0"/>
          <p:cNvSpPr/>
          <p:nvPr/>
        </p:nvSpPr>
        <p:spPr>
          <a:xfrm flipH="1" rot="10800000">
            <a:off x="414600" y="1807700"/>
            <a:ext cx="11480700" cy="4598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201000" lIns="201000" spcFirstLastPara="1" rIns="201000" wrap="square" tIns="20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1" i="0" sz="3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1" name="Google Shape;381;g32127ce18c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4068" y="-603492"/>
            <a:ext cx="2073317" cy="2073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g32127ce18c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67" y="709433"/>
            <a:ext cx="867133" cy="8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2127ce18c5_0_0"/>
          <p:cNvSpPr txBox="1"/>
          <p:nvPr/>
        </p:nvSpPr>
        <p:spPr>
          <a:xfrm>
            <a:off x="1264933" y="798133"/>
            <a:ext cx="3034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g32127ce18c5_0_0"/>
          <p:cNvSpPr txBox="1"/>
          <p:nvPr/>
        </p:nvSpPr>
        <p:spPr>
          <a:xfrm>
            <a:off x="492667" y="1741000"/>
            <a:ext cx="11331600" cy="4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Contextualiza el desafío entregado por el docente; identificando el problema central y la necesidad de solución:</a:t>
            </a:r>
            <a:r>
              <a:rPr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(debes citar al menos 2 fuentes de información) Además deberás identificar quien o quienes viven el problema.</a:t>
            </a:r>
            <a:endParaRPr i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Problema central:</a:t>
            </a:r>
            <a:endParaRPr b="1" i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Necesidad de solución:</a:t>
            </a:r>
            <a:endParaRPr b="1" i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Fuente 1:</a:t>
            </a:r>
            <a:endParaRPr b="1" i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Fuente 2:</a:t>
            </a:r>
            <a:endParaRPr b="1" i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Descripción de quienes viven el problema (usuario):</a:t>
            </a:r>
            <a:endParaRPr b="1" i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g32127ce18c5_0_0"/>
          <p:cNvSpPr/>
          <p:nvPr/>
        </p:nvSpPr>
        <p:spPr>
          <a:xfrm>
            <a:off x="1457267" y="881633"/>
            <a:ext cx="10455300" cy="558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86" name="Google Shape;386;g32127ce18c5_0_0"/>
          <p:cNvSpPr txBox="1"/>
          <p:nvPr/>
        </p:nvSpPr>
        <p:spPr>
          <a:xfrm>
            <a:off x="1554133" y="838200"/>
            <a:ext cx="100611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Actividad N°1</a:t>
            </a:r>
            <a:r>
              <a:rPr lang="en" sz="2400">
                <a:solidFill>
                  <a:schemeClr val="dk1"/>
                </a:solidFill>
              </a:rPr>
              <a:t>: Contexto</a:t>
            </a:r>
            <a:r>
              <a:rPr lang="en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g32127ce18c5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4068" y="-603492"/>
            <a:ext cx="2073317" cy="2073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32127ce18c5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67" y="709433"/>
            <a:ext cx="867133" cy="8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2127ce18c5_0_10"/>
          <p:cNvSpPr txBox="1"/>
          <p:nvPr/>
        </p:nvSpPr>
        <p:spPr>
          <a:xfrm>
            <a:off x="1264933" y="798133"/>
            <a:ext cx="3034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g32127ce18c5_0_10"/>
          <p:cNvSpPr txBox="1"/>
          <p:nvPr/>
        </p:nvSpPr>
        <p:spPr>
          <a:xfrm>
            <a:off x="1305467" y="1436200"/>
            <a:ext cx="113316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partir de la información recopilada, definimos un </a:t>
            </a:r>
            <a:r>
              <a:rPr b="1" i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perfil de usuario relacionado con el contexto</a:t>
            </a:r>
            <a:r>
              <a:rPr i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endParaRPr i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g32127ce18c5_0_10"/>
          <p:cNvSpPr/>
          <p:nvPr/>
        </p:nvSpPr>
        <p:spPr>
          <a:xfrm>
            <a:off x="1457267" y="881633"/>
            <a:ext cx="10455300" cy="558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96" name="Google Shape;396;g32127ce18c5_0_10"/>
          <p:cNvSpPr txBox="1"/>
          <p:nvPr/>
        </p:nvSpPr>
        <p:spPr>
          <a:xfrm>
            <a:off x="1554133" y="838200"/>
            <a:ext cx="100611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Actividad N°2</a:t>
            </a:r>
            <a:r>
              <a:rPr lang="en" sz="2400">
                <a:solidFill>
                  <a:schemeClr val="dk1"/>
                </a:solidFill>
              </a:rPr>
              <a:t>: Perfil de usuario</a:t>
            </a:r>
            <a:r>
              <a:rPr lang="en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397" name="Google Shape;397;g32127ce18c5_0_10"/>
          <p:cNvSpPr/>
          <p:nvPr/>
        </p:nvSpPr>
        <p:spPr>
          <a:xfrm>
            <a:off x="6508767" y="1988633"/>
            <a:ext cx="5325300" cy="237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98" name="Google Shape;398;g32127ce18c5_0_10"/>
          <p:cNvSpPr/>
          <p:nvPr/>
        </p:nvSpPr>
        <p:spPr>
          <a:xfrm>
            <a:off x="6670352" y="4367033"/>
            <a:ext cx="5163600" cy="237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99" name="Google Shape;399;g32127ce18c5_0_10"/>
          <p:cNvSpPr/>
          <p:nvPr/>
        </p:nvSpPr>
        <p:spPr>
          <a:xfrm>
            <a:off x="1444767" y="1988633"/>
            <a:ext cx="5227500" cy="237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00" name="Google Shape;400;g32127ce18c5_0_10"/>
          <p:cNvSpPr/>
          <p:nvPr/>
        </p:nvSpPr>
        <p:spPr>
          <a:xfrm>
            <a:off x="1444767" y="4367033"/>
            <a:ext cx="5227500" cy="237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01" name="Google Shape;401;g32127ce18c5_0_10"/>
          <p:cNvSpPr/>
          <p:nvPr/>
        </p:nvSpPr>
        <p:spPr>
          <a:xfrm>
            <a:off x="5976467" y="3552633"/>
            <a:ext cx="1416900" cy="14004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402" name="Google Shape;402;g32127ce18c5_0_10"/>
          <p:cNvPicPr preferRelativeResize="0"/>
          <p:nvPr/>
        </p:nvPicPr>
        <p:blipFill>
          <a:blip r:embed="rId5">
            <a:alphaModFix amt="42000"/>
          </a:blip>
          <a:stretch>
            <a:fillRect/>
          </a:stretch>
        </p:blipFill>
        <p:spPr>
          <a:xfrm>
            <a:off x="6382807" y="3956519"/>
            <a:ext cx="614127" cy="6141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32127ce18c5_0_10"/>
          <p:cNvSpPr txBox="1"/>
          <p:nvPr/>
        </p:nvSpPr>
        <p:spPr>
          <a:xfrm>
            <a:off x="1483500" y="1898000"/>
            <a:ext cx="38361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Nombre: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Edad: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Género: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Ocupación: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Nivel Socioeconómico: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Ubicación Geográfica (donde vive):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g32127ce18c5_0_10"/>
          <p:cNvSpPr txBox="1"/>
          <p:nvPr/>
        </p:nvSpPr>
        <p:spPr>
          <a:xfrm>
            <a:off x="6752033" y="1868433"/>
            <a:ext cx="495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Intereses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Qué temas, actividades o categorías le gustan (por ejemplo, deportes, música, tecnología, etc.).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g32127ce18c5_0_10"/>
          <p:cNvSpPr txBox="1"/>
          <p:nvPr/>
        </p:nvSpPr>
        <p:spPr>
          <a:xfrm>
            <a:off x="1463767" y="4322267"/>
            <a:ext cx="46848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Objetivos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Qué espera lograr en relación al problema que vive (por ejemplo, hacer compras, interactuar con otros usuarios, aprender algo nuevo).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g32127ce18c5_0_10"/>
          <p:cNvSpPr txBox="1"/>
          <p:nvPr/>
        </p:nvSpPr>
        <p:spPr>
          <a:xfrm>
            <a:off x="7429500" y="4265833"/>
            <a:ext cx="41859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Frustraciones: 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Qué problemas tiene con respecto al desafío o reto. 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g32127ce18c5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200" y="1890700"/>
            <a:ext cx="2073333" cy="5152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32127ce18c5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4068" y="-603492"/>
            <a:ext cx="2073317" cy="2073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g32127ce18c5_0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167" y="709433"/>
            <a:ext cx="867133" cy="8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2127ce18c5_0_29"/>
          <p:cNvSpPr txBox="1"/>
          <p:nvPr/>
        </p:nvSpPr>
        <p:spPr>
          <a:xfrm>
            <a:off x="1264933" y="798133"/>
            <a:ext cx="3034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g32127ce18c5_0_29"/>
          <p:cNvSpPr txBox="1"/>
          <p:nvPr/>
        </p:nvSpPr>
        <p:spPr>
          <a:xfrm>
            <a:off x="1407067" y="1436200"/>
            <a:ext cx="105705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partir del perfil de usuario construido, </a:t>
            </a:r>
            <a:r>
              <a:rPr b="1" i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 en relación al problema</a:t>
            </a:r>
            <a:r>
              <a:rPr i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llenamos el Mapa de usuario 3C.</a:t>
            </a:r>
            <a:endParaRPr i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g32127ce18c5_0_29"/>
          <p:cNvSpPr/>
          <p:nvPr/>
        </p:nvSpPr>
        <p:spPr>
          <a:xfrm>
            <a:off x="1457267" y="881633"/>
            <a:ext cx="10455300" cy="558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17" name="Google Shape;417;g32127ce18c5_0_29"/>
          <p:cNvSpPr txBox="1"/>
          <p:nvPr/>
        </p:nvSpPr>
        <p:spPr>
          <a:xfrm>
            <a:off x="1554133" y="838200"/>
            <a:ext cx="100611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Actividad N°3</a:t>
            </a:r>
            <a:r>
              <a:rPr lang="en" sz="2400">
                <a:solidFill>
                  <a:schemeClr val="dk1"/>
                </a:solidFill>
              </a:rPr>
              <a:t>: Mapa de usuario 3C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418" name="Google Shape;418;g32127ce18c5_0_29"/>
          <p:cNvSpPr/>
          <p:nvPr/>
        </p:nvSpPr>
        <p:spPr>
          <a:xfrm flipH="1" rot="10800000">
            <a:off x="4308100" y="2214400"/>
            <a:ext cx="7566900" cy="135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201000" lIns="201000" spcFirstLastPara="1" rIns="201000" wrap="square" tIns="20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1" i="0" sz="3100" u="none" cap="none" strike="noStrike">
              <a:solidFill>
                <a:srgbClr val="000000"/>
              </a:solidFill>
              <a:latin typeface="Mukta"/>
              <a:ea typeface="Mukta"/>
              <a:cs typeface="Mukta"/>
              <a:sym typeface="Mukta"/>
            </a:endParaRPr>
          </a:p>
        </p:txBody>
      </p:sp>
      <p:sp>
        <p:nvSpPr>
          <p:cNvPr id="419" name="Google Shape;419;g32127ce18c5_0_29"/>
          <p:cNvSpPr/>
          <p:nvPr/>
        </p:nvSpPr>
        <p:spPr>
          <a:xfrm flipH="1" rot="10800000">
            <a:off x="4308100" y="3700800"/>
            <a:ext cx="7566900" cy="135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201000" lIns="201000" spcFirstLastPara="1" rIns="201000" wrap="square" tIns="20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1" i="0" sz="3100" u="none" cap="none" strike="noStrike">
              <a:solidFill>
                <a:srgbClr val="000000"/>
              </a:solidFill>
              <a:latin typeface="Mukta"/>
              <a:ea typeface="Mukta"/>
              <a:cs typeface="Mukta"/>
              <a:sym typeface="Mukta"/>
            </a:endParaRPr>
          </a:p>
        </p:txBody>
      </p:sp>
      <p:sp>
        <p:nvSpPr>
          <p:cNvPr id="420" name="Google Shape;420;g32127ce18c5_0_29"/>
          <p:cNvSpPr/>
          <p:nvPr/>
        </p:nvSpPr>
        <p:spPr>
          <a:xfrm flipH="1" rot="10800000">
            <a:off x="4308100" y="5187200"/>
            <a:ext cx="7566900" cy="135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201000" lIns="201000" spcFirstLastPara="1" rIns="201000" wrap="square" tIns="20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1" i="0" sz="3100" u="none" cap="none" strike="noStrike">
              <a:solidFill>
                <a:srgbClr val="000000"/>
              </a:solidFill>
              <a:latin typeface="Mukta"/>
              <a:ea typeface="Mukta"/>
              <a:cs typeface="Mukta"/>
              <a:sym typeface="Mukta"/>
            </a:endParaRPr>
          </a:p>
        </p:txBody>
      </p:sp>
      <p:sp>
        <p:nvSpPr>
          <p:cNvPr id="421" name="Google Shape;421;g32127ce18c5_0_29"/>
          <p:cNvSpPr txBox="1"/>
          <p:nvPr/>
        </p:nvSpPr>
        <p:spPr>
          <a:xfrm>
            <a:off x="4330867" y="2152433"/>
            <a:ext cx="18333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Cabeza</a:t>
            </a:r>
            <a:endParaRPr i="1" sz="1900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¿Qué piensa?</a:t>
            </a:r>
            <a:endParaRPr i="1" sz="1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g32127ce18c5_0_29"/>
          <p:cNvSpPr txBox="1"/>
          <p:nvPr/>
        </p:nvSpPr>
        <p:spPr>
          <a:xfrm>
            <a:off x="4306367" y="3660800"/>
            <a:ext cx="18333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Corazón</a:t>
            </a:r>
            <a:endParaRPr i="1" sz="1900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¿Qué siente?</a:t>
            </a:r>
            <a:endParaRPr i="1" sz="1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g32127ce18c5_0_29"/>
          <p:cNvSpPr txBox="1"/>
          <p:nvPr/>
        </p:nvSpPr>
        <p:spPr>
          <a:xfrm>
            <a:off x="4281833" y="5096400"/>
            <a:ext cx="18333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dk2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Cuerpo</a:t>
            </a:r>
            <a:endParaRPr i="1" sz="1900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¿Qué hace?</a:t>
            </a:r>
            <a:endParaRPr i="1" sz="1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g32127ce18c5_0_29"/>
          <p:cNvSpPr txBox="1"/>
          <p:nvPr/>
        </p:nvSpPr>
        <p:spPr>
          <a:xfrm>
            <a:off x="1973733" y="6469500"/>
            <a:ext cx="9981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Mapa de usuario 3C - Creando valor a través del diseño de servicio UC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g32127ce18c5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4068" y="-603492"/>
            <a:ext cx="2073317" cy="2073317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2127ce18c5_0_91"/>
          <p:cNvSpPr/>
          <p:nvPr/>
        </p:nvSpPr>
        <p:spPr>
          <a:xfrm>
            <a:off x="4523167" y="4025000"/>
            <a:ext cx="3437700" cy="128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31" name="Google Shape;431;g32127ce18c5_0_91"/>
          <p:cNvSpPr/>
          <p:nvPr/>
        </p:nvSpPr>
        <p:spPr>
          <a:xfrm>
            <a:off x="8208700" y="4024867"/>
            <a:ext cx="3648300" cy="128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32" name="Google Shape;432;g32127ce18c5_0_91"/>
          <p:cNvSpPr txBox="1"/>
          <p:nvPr/>
        </p:nvSpPr>
        <p:spPr>
          <a:xfrm>
            <a:off x="820900" y="2689767"/>
            <a:ext cx="3793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¿Qué está ocurriendo que no debería ocurrir?</a:t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g32127ce18c5_0_91"/>
          <p:cNvSpPr/>
          <p:nvPr/>
        </p:nvSpPr>
        <p:spPr>
          <a:xfrm>
            <a:off x="974833" y="4024900"/>
            <a:ext cx="3300300" cy="128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34" name="Google Shape;434;g32127ce18c5_0_91"/>
          <p:cNvSpPr txBox="1"/>
          <p:nvPr/>
        </p:nvSpPr>
        <p:spPr>
          <a:xfrm>
            <a:off x="1024100" y="3923300"/>
            <a:ext cx="295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(Persona, objeto o contexto)</a:t>
            </a:r>
            <a:r>
              <a:rPr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900"/>
          </a:p>
        </p:txBody>
      </p:sp>
      <p:sp>
        <p:nvSpPr>
          <p:cNvPr id="435" name="Google Shape;435;g32127ce18c5_0_91"/>
          <p:cNvSpPr txBox="1"/>
          <p:nvPr/>
        </p:nvSpPr>
        <p:spPr>
          <a:xfrm>
            <a:off x="4604000" y="3923300"/>
            <a:ext cx="3999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Acción o situación indeseada</a:t>
            </a:r>
            <a:endParaRPr i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g32127ce18c5_0_91"/>
          <p:cNvSpPr txBox="1"/>
          <p:nvPr/>
        </p:nvSpPr>
        <p:spPr>
          <a:xfrm>
            <a:off x="8293600" y="3923400"/>
            <a:ext cx="3492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Por qué genera dificultad o insatisfacción.</a:t>
            </a:r>
            <a:endParaRPr i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g32127ce18c5_0_91"/>
          <p:cNvSpPr/>
          <p:nvPr/>
        </p:nvSpPr>
        <p:spPr>
          <a:xfrm>
            <a:off x="2354333" y="3247900"/>
            <a:ext cx="364500" cy="451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438" name="Google Shape;438;g32127ce18c5_0_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67" y="709433"/>
            <a:ext cx="867133" cy="8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g32127ce18c5_0_91"/>
          <p:cNvSpPr/>
          <p:nvPr/>
        </p:nvSpPr>
        <p:spPr>
          <a:xfrm>
            <a:off x="1457267" y="881633"/>
            <a:ext cx="10455300" cy="558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40" name="Google Shape;440;g32127ce18c5_0_91"/>
          <p:cNvSpPr txBox="1"/>
          <p:nvPr/>
        </p:nvSpPr>
        <p:spPr>
          <a:xfrm>
            <a:off x="1554133" y="838200"/>
            <a:ext cx="100611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Actividad N°4</a:t>
            </a:r>
            <a:r>
              <a:rPr lang="en" sz="2400">
                <a:solidFill>
                  <a:schemeClr val="dk1"/>
                </a:solidFill>
              </a:rPr>
              <a:t>: Punto de Vista POV</a:t>
            </a:r>
            <a:r>
              <a:rPr lang="en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441" name="Google Shape;441;g32127ce18c5_0_91"/>
          <p:cNvSpPr txBox="1"/>
          <p:nvPr/>
        </p:nvSpPr>
        <p:spPr>
          <a:xfrm>
            <a:off x="1375667" y="1373367"/>
            <a:ext cx="104151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dk1"/>
                </a:solidFill>
              </a:rPr>
              <a:t>Con la información recopilada de los ejercicios realizados en la etapa empatizar; </a:t>
            </a:r>
            <a:r>
              <a:rPr b="1" i="1" lang="en" sz="1900">
                <a:solidFill>
                  <a:schemeClr val="dk1"/>
                </a:solidFill>
              </a:rPr>
              <a:t>mapa de empatìa y perfil de usuario</a:t>
            </a:r>
            <a:r>
              <a:rPr i="1" lang="en" sz="1900">
                <a:solidFill>
                  <a:schemeClr val="dk1"/>
                </a:solidFill>
              </a:rPr>
              <a:t>, deberás declarar el problema central del contexto investigado siguiendo el diagrama POV</a:t>
            </a:r>
            <a:r>
              <a:rPr lang="en" sz="1900">
                <a:solidFill>
                  <a:schemeClr val="dk2"/>
                </a:solidFill>
              </a:rPr>
              <a:t>:   </a:t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g32127ce18c5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4068" y="-603492"/>
            <a:ext cx="2073317" cy="2073317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32127ce18c5_0_107"/>
          <p:cNvSpPr txBox="1"/>
          <p:nvPr/>
        </p:nvSpPr>
        <p:spPr>
          <a:xfrm>
            <a:off x="1264933" y="798133"/>
            <a:ext cx="3034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g32127ce18c5_0_107"/>
          <p:cNvSpPr/>
          <p:nvPr/>
        </p:nvSpPr>
        <p:spPr>
          <a:xfrm>
            <a:off x="2270467" y="2349800"/>
            <a:ext cx="9070800" cy="115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2000" lIns="122000" spcFirstLastPara="1" rIns="122000" wrap="square" tIns="12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49" name="Google Shape;449;g32127ce18c5_0_107"/>
          <p:cNvSpPr/>
          <p:nvPr/>
        </p:nvSpPr>
        <p:spPr>
          <a:xfrm>
            <a:off x="2270400" y="4830334"/>
            <a:ext cx="9070800" cy="115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2000" lIns="122000" spcFirstLastPara="1" rIns="122000" wrap="square" tIns="12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0" name="Google Shape;450;g32127ce18c5_0_107"/>
          <p:cNvSpPr/>
          <p:nvPr/>
        </p:nvSpPr>
        <p:spPr>
          <a:xfrm>
            <a:off x="2270400" y="3590067"/>
            <a:ext cx="9070800" cy="115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2000" lIns="122000" spcFirstLastPara="1" rIns="122000" wrap="square" tIns="12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cxnSp>
        <p:nvCxnSpPr>
          <p:cNvPr id="451" name="Google Shape;451;g32127ce18c5_0_107"/>
          <p:cNvCxnSpPr/>
          <p:nvPr/>
        </p:nvCxnSpPr>
        <p:spPr>
          <a:xfrm>
            <a:off x="1902100" y="2209400"/>
            <a:ext cx="0" cy="39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52" name="Google Shape;452;g32127ce18c5_0_107"/>
          <p:cNvCxnSpPr/>
          <p:nvPr/>
        </p:nvCxnSpPr>
        <p:spPr>
          <a:xfrm>
            <a:off x="2221067" y="6182100"/>
            <a:ext cx="939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3" name="Google Shape;453;g32127ce18c5_0_107"/>
          <p:cNvSpPr txBox="1"/>
          <p:nvPr/>
        </p:nvSpPr>
        <p:spPr>
          <a:xfrm>
            <a:off x="1953025" y="6277700"/>
            <a:ext cx="190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00" lIns="122000" spcFirstLastPara="1" rIns="122000" wrap="square" tIns="122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Paso 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g32127ce18c5_0_107"/>
          <p:cNvSpPr txBox="1"/>
          <p:nvPr/>
        </p:nvSpPr>
        <p:spPr>
          <a:xfrm>
            <a:off x="4187000" y="6277700"/>
            <a:ext cx="190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00" lIns="122000" spcFirstLastPara="1" rIns="122000" wrap="square" tIns="122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Paso 2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g32127ce18c5_0_107"/>
          <p:cNvSpPr txBox="1"/>
          <p:nvPr/>
        </p:nvSpPr>
        <p:spPr>
          <a:xfrm>
            <a:off x="6389876" y="6277700"/>
            <a:ext cx="190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00" lIns="122000" spcFirstLastPara="1" rIns="122000" wrap="square" tIns="122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Paso 3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g32127ce18c5_0_107"/>
          <p:cNvSpPr txBox="1"/>
          <p:nvPr/>
        </p:nvSpPr>
        <p:spPr>
          <a:xfrm>
            <a:off x="8416587" y="6277700"/>
            <a:ext cx="190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00" lIns="122000" spcFirstLastPara="1" rIns="122000" wrap="square" tIns="122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Paso 4</a:t>
            </a:r>
            <a:endParaRPr b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g32127ce18c5_0_107"/>
          <p:cNvSpPr/>
          <p:nvPr/>
        </p:nvSpPr>
        <p:spPr>
          <a:xfrm>
            <a:off x="978772" y="2610430"/>
            <a:ext cx="505200" cy="517500"/>
          </a:xfrm>
          <a:prstGeom prst="mathPlus">
            <a:avLst>
              <a:gd fmla="val 23520" name="adj1"/>
            </a:avLst>
          </a:prstGeom>
          <a:solidFill>
            <a:srgbClr val="A8A8A8"/>
          </a:solidFill>
          <a:ln>
            <a:noFill/>
          </a:ln>
        </p:spPr>
        <p:txBody>
          <a:bodyPr anchorCtr="0" anchor="ctr" bIns="122000" lIns="122000" spcFirstLastPara="1" rIns="122000" wrap="square" tIns="12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8" name="Google Shape;458;g32127ce18c5_0_107"/>
          <p:cNvSpPr/>
          <p:nvPr/>
        </p:nvSpPr>
        <p:spPr>
          <a:xfrm>
            <a:off x="1065333" y="5117867"/>
            <a:ext cx="490800" cy="577200"/>
          </a:xfrm>
          <a:prstGeom prst="mathMinus">
            <a:avLst>
              <a:gd fmla="val 23520" name="adj1"/>
            </a:avLst>
          </a:prstGeom>
          <a:solidFill>
            <a:srgbClr val="434343"/>
          </a:solidFill>
          <a:ln>
            <a:noFill/>
          </a:ln>
        </p:spPr>
        <p:txBody>
          <a:bodyPr anchorCtr="0" anchor="ctr" bIns="122000" lIns="122000" spcFirstLastPara="1" rIns="122000" wrap="square" tIns="12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9" name="Google Shape;459;g32127ce18c5_0_107"/>
          <p:cNvSpPr/>
          <p:nvPr/>
        </p:nvSpPr>
        <p:spPr>
          <a:xfrm>
            <a:off x="723324" y="3868272"/>
            <a:ext cx="467100" cy="477900"/>
          </a:xfrm>
          <a:prstGeom prst="mathPlus">
            <a:avLst>
              <a:gd fmla="val 23520" name="adj1"/>
            </a:avLst>
          </a:prstGeom>
          <a:solidFill>
            <a:srgbClr val="777777"/>
          </a:solidFill>
          <a:ln>
            <a:noFill/>
          </a:ln>
        </p:spPr>
        <p:txBody>
          <a:bodyPr anchorCtr="0" anchor="ctr" bIns="122000" lIns="122000" spcFirstLastPara="1" rIns="122000" wrap="square" tIns="12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60" name="Google Shape;460;g32127ce18c5_0_107"/>
          <p:cNvSpPr/>
          <p:nvPr/>
        </p:nvSpPr>
        <p:spPr>
          <a:xfrm>
            <a:off x="1286055" y="3840735"/>
            <a:ext cx="453600" cy="534000"/>
          </a:xfrm>
          <a:prstGeom prst="mathMinus">
            <a:avLst>
              <a:gd fmla="val 23520" name="adj1"/>
            </a:avLst>
          </a:prstGeom>
          <a:solidFill>
            <a:srgbClr val="777777"/>
          </a:solidFill>
          <a:ln>
            <a:noFill/>
          </a:ln>
        </p:spPr>
        <p:txBody>
          <a:bodyPr anchorCtr="0" anchor="ctr" bIns="122000" lIns="122000" spcFirstLastPara="1" rIns="122000" wrap="square" tIns="12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61" name="Google Shape;461;g32127ce18c5_0_107"/>
          <p:cNvSpPr txBox="1"/>
          <p:nvPr/>
        </p:nvSpPr>
        <p:spPr>
          <a:xfrm>
            <a:off x="10385211" y="6293220"/>
            <a:ext cx="148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00" lIns="122000" spcFirstLastPara="1" rIns="122000" wrap="square" tIns="1220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Paso 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2" name="Google Shape;462;g32127ce18c5_0_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67" y="709433"/>
            <a:ext cx="867133" cy="8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g32127ce18c5_0_107"/>
          <p:cNvSpPr/>
          <p:nvPr/>
        </p:nvSpPr>
        <p:spPr>
          <a:xfrm>
            <a:off x="1457267" y="881633"/>
            <a:ext cx="10455300" cy="558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64" name="Google Shape;464;g32127ce18c5_0_107"/>
          <p:cNvSpPr txBox="1"/>
          <p:nvPr/>
        </p:nvSpPr>
        <p:spPr>
          <a:xfrm>
            <a:off x="1554133" y="838200"/>
            <a:ext cx="100611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Actividad N°5</a:t>
            </a:r>
            <a:r>
              <a:rPr lang="en" sz="2400">
                <a:solidFill>
                  <a:schemeClr val="dk1"/>
                </a:solidFill>
              </a:rPr>
              <a:t>: Mapa de Experiencia </a:t>
            </a:r>
            <a:r>
              <a:rPr lang="en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465" name="Google Shape;465;g32127ce18c5_0_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198" y="3571800"/>
            <a:ext cx="326623" cy="3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g32127ce18c5_0_107"/>
          <p:cNvPicPr preferRelativeResize="0"/>
          <p:nvPr/>
        </p:nvPicPr>
        <p:blipFill rotWithShape="1">
          <a:blip r:embed="rId6">
            <a:alphaModFix/>
          </a:blip>
          <a:srcRect b="0" l="0" r="0" t="10442"/>
          <a:stretch/>
        </p:blipFill>
        <p:spPr>
          <a:xfrm>
            <a:off x="203197" y="4003630"/>
            <a:ext cx="326629" cy="339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g32127ce18c5_0_10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3197" y="4398129"/>
            <a:ext cx="354176" cy="363371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2127ce18c5_0_107"/>
          <p:cNvSpPr txBox="1"/>
          <p:nvPr/>
        </p:nvSpPr>
        <p:spPr>
          <a:xfrm>
            <a:off x="1437867" y="1383200"/>
            <a:ext cx="104553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Ahora que ya declaraste el problema central deberás diagramar la experiencia del usuario (cómo vive el problema) realizando el siguiente </a:t>
            </a:r>
            <a:r>
              <a:rPr b="1" i="1" lang="en" sz="1900">
                <a:solidFill>
                  <a:schemeClr val="dk1"/>
                </a:solidFill>
              </a:rPr>
              <a:t>mapa de experiencia</a:t>
            </a:r>
            <a:r>
              <a:rPr lang="en" sz="1900">
                <a:solidFill>
                  <a:schemeClr val="dk1"/>
                </a:solidFill>
              </a:rPr>
              <a:t>:</a:t>
            </a:r>
            <a:r>
              <a:rPr lang="en" sz="1900">
                <a:solidFill>
                  <a:schemeClr val="dk2"/>
                </a:solidFill>
              </a:rPr>
              <a:t> </a:t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210c04b1f9_0_565"/>
          <p:cNvSpPr/>
          <p:nvPr/>
        </p:nvSpPr>
        <p:spPr>
          <a:xfrm>
            <a:off x="9542967" y="2116533"/>
            <a:ext cx="2167500" cy="90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474" name="Google Shape;474;g3210c04b1f9_0_5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4068" y="-603492"/>
            <a:ext cx="2073317" cy="2073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g3210c04b1f9_0_5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9033" y="3480667"/>
            <a:ext cx="1491599" cy="149159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g3210c04b1f9_0_565"/>
          <p:cNvSpPr/>
          <p:nvPr/>
        </p:nvSpPr>
        <p:spPr>
          <a:xfrm>
            <a:off x="443400" y="2070967"/>
            <a:ext cx="2167500" cy="90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77" name="Google Shape;477;g3210c04b1f9_0_565"/>
          <p:cNvSpPr/>
          <p:nvPr/>
        </p:nvSpPr>
        <p:spPr>
          <a:xfrm>
            <a:off x="443400" y="3269367"/>
            <a:ext cx="2167500" cy="90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78" name="Google Shape;478;g3210c04b1f9_0_565"/>
          <p:cNvSpPr/>
          <p:nvPr/>
        </p:nvSpPr>
        <p:spPr>
          <a:xfrm>
            <a:off x="443400" y="4363067"/>
            <a:ext cx="2167500" cy="90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79" name="Google Shape;479;g3210c04b1f9_0_565"/>
          <p:cNvSpPr/>
          <p:nvPr/>
        </p:nvSpPr>
        <p:spPr>
          <a:xfrm>
            <a:off x="443400" y="5561467"/>
            <a:ext cx="2167500" cy="90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80" name="Google Shape;480;g3210c04b1f9_0_565"/>
          <p:cNvSpPr/>
          <p:nvPr/>
        </p:nvSpPr>
        <p:spPr>
          <a:xfrm>
            <a:off x="9542967" y="3314933"/>
            <a:ext cx="2167500" cy="90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81" name="Google Shape;481;g3210c04b1f9_0_565"/>
          <p:cNvSpPr/>
          <p:nvPr/>
        </p:nvSpPr>
        <p:spPr>
          <a:xfrm>
            <a:off x="9542967" y="4408633"/>
            <a:ext cx="2167500" cy="90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82" name="Google Shape;482;g3210c04b1f9_0_565"/>
          <p:cNvSpPr/>
          <p:nvPr/>
        </p:nvSpPr>
        <p:spPr>
          <a:xfrm>
            <a:off x="9542967" y="5607033"/>
            <a:ext cx="2167500" cy="90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83" name="Google Shape;483;g3210c04b1f9_0_565"/>
          <p:cNvSpPr/>
          <p:nvPr/>
        </p:nvSpPr>
        <p:spPr>
          <a:xfrm>
            <a:off x="3789200" y="2116533"/>
            <a:ext cx="2167500" cy="90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84" name="Google Shape;484;g3210c04b1f9_0_565"/>
          <p:cNvSpPr/>
          <p:nvPr/>
        </p:nvSpPr>
        <p:spPr>
          <a:xfrm>
            <a:off x="6254233" y="2116533"/>
            <a:ext cx="2167500" cy="90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5" name="Google Shape;485;g3210c04b1f9_0_5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167" y="607833"/>
            <a:ext cx="867133" cy="8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210c04b1f9_0_565"/>
          <p:cNvSpPr/>
          <p:nvPr/>
        </p:nvSpPr>
        <p:spPr>
          <a:xfrm>
            <a:off x="1457267" y="780033"/>
            <a:ext cx="10455300" cy="558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87" name="Google Shape;487;g3210c04b1f9_0_565"/>
          <p:cNvSpPr txBox="1"/>
          <p:nvPr/>
        </p:nvSpPr>
        <p:spPr>
          <a:xfrm>
            <a:off x="1554133" y="736600"/>
            <a:ext cx="100611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Actividad N°6</a:t>
            </a:r>
            <a:r>
              <a:rPr lang="en" sz="2400">
                <a:solidFill>
                  <a:schemeClr val="dk1"/>
                </a:solidFill>
              </a:rPr>
              <a:t>: Lluvia de Ideas </a:t>
            </a:r>
            <a:r>
              <a:rPr lang="en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488" name="Google Shape;488;g3210c04b1f9_0_565"/>
          <p:cNvSpPr/>
          <p:nvPr/>
        </p:nvSpPr>
        <p:spPr>
          <a:xfrm>
            <a:off x="3852700" y="5196933"/>
            <a:ext cx="4569300" cy="127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g3210c04b1f9_0_565"/>
          <p:cNvSpPr txBox="1"/>
          <p:nvPr/>
        </p:nvSpPr>
        <p:spPr>
          <a:xfrm>
            <a:off x="3961100" y="5120067"/>
            <a:ext cx="24633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Problema/Necesidad</a:t>
            </a:r>
            <a:endParaRPr i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g3210c04b1f9_0_565"/>
          <p:cNvSpPr txBox="1"/>
          <p:nvPr/>
        </p:nvSpPr>
        <p:spPr>
          <a:xfrm>
            <a:off x="440333" y="1996533"/>
            <a:ext cx="818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IDEA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g3210c04b1f9_0_565"/>
          <p:cNvSpPr txBox="1"/>
          <p:nvPr/>
        </p:nvSpPr>
        <p:spPr>
          <a:xfrm>
            <a:off x="397200" y="3213333"/>
            <a:ext cx="818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IDEA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g3210c04b1f9_0_565"/>
          <p:cNvSpPr txBox="1"/>
          <p:nvPr/>
        </p:nvSpPr>
        <p:spPr>
          <a:xfrm>
            <a:off x="397200" y="4264567"/>
            <a:ext cx="818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IDEA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g3210c04b1f9_0_565"/>
          <p:cNvSpPr txBox="1"/>
          <p:nvPr/>
        </p:nvSpPr>
        <p:spPr>
          <a:xfrm>
            <a:off x="397200" y="5505433"/>
            <a:ext cx="818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IDEA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g3210c04b1f9_0_565"/>
          <p:cNvSpPr txBox="1"/>
          <p:nvPr/>
        </p:nvSpPr>
        <p:spPr>
          <a:xfrm>
            <a:off x="3789200" y="2014933"/>
            <a:ext cx="818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IDEA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g3210c04b1f9_0_565"/>
          <p:cNvSpPr txBox="1"/>
          <p:nvPr/>
        </p:nvSpPr>
        <p:spPr>
          <a:xfrm>
            <a:off x="6275833" y="2031633"/>
            <a:ext cx="818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IDEA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g3210c04b1f9_0_565"/>
          <p:cNvSpPr txBox="1"/>
          <p:nvPr/>
        </p:nvSpPr>
        <p:spPr>
          <a:xfrm>
            <a:off x="9493000" y="2014933"/>
            <a:ext cx="818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IDEA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g3210c04b1f9_0_565"/>
          <p:cNvSpPr txBox="1"/>
          <p:nvPr/>
        </p:nvSpPr>
        <p:spPr>
          <a:xfrm>
            <a:off x="9542967" y="3262733"/>
            <a:ext cx="818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IDEA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g3210c04b1f9_0_565"/>
          <p:cNvSpPr txBox="1"/>
          <p:nvPr/>
        </p:nvSpPr>
        <p:spPr>
          <a:xfrm>
            <a:off x="9542967" y="4333283"/>
            <a:ext cx="818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IDEA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g3210c04b1f9_0_565"/>
          <p:cNvSpPr txBox="1"/>
          <p:nvPr/>
        </p:nvSpPr>
        <p:spPr>
          <a:xfrm>
            <a:off x="9542967" y="5505433"/>
            <a:ext cx="818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IDEA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g3210c04b1f9_0_565"/>
          <p:cNvSpPr txBox="1"/>
          <p:nvPr/>
        </p:nvSpPr>
        <p:spPr>
          <a:xfrm>
            <a:off x="1408567" y="1274833"/>
            <a:ext cx="104553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partir del problema/necesidad declarado deberás generar una </a:t>
            </a:r>
            <a:r>
              <a:rPr b="1" i="1"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lluvia de ideas</a:t>
            </a:r>
            <a:r>
              <a:rPr i="1"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 propuestas de solución:</a:t>
            </a:r>
            <a:r>
              <a:rPr lang="en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g3210c04b1f9_0_6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4068" y="-603492"/>
            <a:ext cx="2073317" cy="2073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6" name="Google Shape;506;g3210c04b1f9_0_609"/>
          <p:cNvCxnSpPr/>
          <p:nvPr/>
        </p:nvCxnSpPr>
        <p:spPr>
          <a:xfrm>
            <a:off x="6017400" y="1980533"/>
            <a:ext cx="0" cy="46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07" name="Google Shape;507;g3210c04b1f9_0_609"/>
          <p:cNvCxnSpPr/>
          <p:nvPr/>
        </p:nvCxnSpPr>
        <p:spPr>
          <a:xfrm>
            <a:off x="2053233" y="4285600"/>
            <a:ext cx="786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08" name="Google Shape;508;g3210c04b1f9_0_609"/>
          <p:cNvSpPr txBox="1"/>
          <p:nvPr/>
        </p:nvSpPr>
        <p:spPr>
          <a:xfrm>
            <a:off x="1461200" y="1266633"/>
            <a:ext cx="10552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Deberás </a:t>
            </a:r>
            <a:r>
              <a:rPr b="1" i="1"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evaluar </a:t>
            </a:r>
            <a:r>
              <a:rPr i="1"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las ideas acorde a factibilidad e innovación siguiendo el siguiente diagrama: </a:t>
            </a:r>
            <a:endParaRPr i="1" sz="1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g3210c04b1f9_0_609"/>
          <p:cNvSpPr txBox="1"/>
          <p:nvPr/>
        </p:nvSpPr>
        <p:spPr>
          <a:xfrm>
            <a:off x="1776033" y="1980517"/>
            <a:ext cx="39999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030A0"/>
                </a:solidFill>
                <a:latin typeface="Roboto"/>
                <a:ea typeface="Roboto"/>
                <a:cs typeface="Roboto"/>
                <a:sym typeface="Roboto"/>
              </a:rPr>
              <a:t>⚠️ Darán Problemas</a:t>
            </a:r>
            <a:endParaRPr b="1" sz="1900">
              <a:solidFill>
                <a:srgbClr val="7030A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7030A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510" name="Google Shape;510;g3210c04b1f9_0_609"/>
          <p:cNvSpPr txBox="1"/>
          <p:nvPr/>
        </p:nvSpPr>
        <p:spPr>
          <a:xfrm>
            <a:off x="6148800" y="1941200"/>
            <a:ext cx="41859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030A0"/>
                </a:solidFill>
                <a:latin typeface="Roboto"/>
                <a:ea typeface="Roboto"/>
                <a:cs typeface="Roboto"/>
                <a:sym typeface="Roboto"/>
              </a:rPr>
              <a:t>💎 Diamantes en Bruto</a:t>
            </a:r>
            <a:endParaRPr b="1" sz="1900">
              <a:solidFill>
                <a:srgbClr val="7030A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7030A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g3210c04b1f9_0_609"/>
          <p:cNvSpPr txBox="1"/>
          <p:nvPr/>
        </p:nvSpPr>
        <p:spPr>
          <a:xfrm>
            <a:off x="1776033" y="4373733"/>
            <a:ext cx="40968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030A0"/>
                </a:solidFill>
                <a:latin typeface="Roboto"/>
                <a:ea typeface="Roboto"/>
                <a:cs typeface="Roboto"/>
                <a:sym typeface="Roboto"/>
              </a:rPr>
              <a:t>❓ Dudas e Incertidumbre</a:t>
            </a:r>
            <a:endParaRPr b="1" sz="1900">
              <a:solidFill>
                <a:srgbClr val="7030A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g3210c04b1f9_0_609"/>
          <p:cNvSpPr txBox="1"/>
          <p:nvPr/>
        </p:nvSpPr>
        <p:spPr>
          <a:xfrm>
            <a:off x="6238000" y="4339767"/>
            <a:ext cx="40968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030A0"/>
                </a:solidFill>
                <a:latin typeface="Roboto"/>
                <a:ea typeface="Roboto"/>
                <a:cs typeface="Roboto"/>
                <a:sym typeface="Roboto"/>
              </a:rPr>
              <a:t>🌟 Ideas Adicionales</a:t>
            </a:r>
            <a:endParaRPr b="1" sz="1900">
              <a:solidFill>
                <a:srgbClr val="7030A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7030A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3" name="Google Shape;513;g3210c04b1f9_0_6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67" y="607833"/>
            <a:ext cx="867133" cy="8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g3210c04b1f9_0_609"/>
          <p:cNvSpPr/>
          <p:nvPr/>
        </p:nvSpPr>
        <p:spPr>
          <a:xfrm>
            <a:off x="1457267" y="780033"/>
            <a:ext cx="10455300" cy="558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15" name="Google Shape;515;g3210c04b1f9_0_609"/>
          <p:cNvSpPr txBox="1"/>
          <p:nvPr/>
        </p:nvSpPr>
        <p:spPr>
          <a:xfrm>
            <a:off x="1554133" y="736600"/>
            <a:ext cx="100611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Actividad N°7</a:t>
            </a:r>
            <a:r>
              <a:rPr lang="en" sz="2400">
                <a:solidFill>
                  <a:schemeClr val="dk1"/>
                </a:solidFill>
              </a:rPr>
              <a:t>: Evaluación de Ideas </a:t>
            </a:r>
            <a:r>
              <a:rPr lang="en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210c04b1f9_0_623"/>
          <p:cNvSpPr/>
          <p:nvPr/>
        </p:nvSpPr>
        <p:spPr>
          <a:xfrm>
            <a:off x="1554133" y="3635267"/>
            <a:ext cx="10358400" cy="1055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521" name="Google Shape;521;g3210c04b1f9_0_6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4068" y="-603492"/>
            <a:ext cx="2073317" cy="2073317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g3210c04b1f9_0_623"/>
          <p:cNvSpPr txBox="1"/>
          <p:nvPr/>
        </p:nvSpPr>
        <p:spPr>
          <a:xfrm>
            <a:off x="1359767" y="1266633"/>
            <a:ext cx="10654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Una vez que hayas realizado la evaluación de ideas deberás escoger tan sólo una para proponer como solución definitiva, describa a continuación: </a:t>
            </a:r>
            <a:endParaRPr i="1" sz="19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3" name="Google Shape;523;g3210c04b1f9_0_6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67" y="607833"/>
            <a:ext cx="867133" cy="8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g3210c04b1f9_0_623"/>
          <p:cNvSpPr/>
          <p:nvPr/>
        </p:nvSpPr>
        <p:spPr>
          <a:xfrm>
            <a:off x="1457267" y="780033"/>
            <a:ext cx="10455300" cy="558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25" name="Google Shape;525;g3210c04b1f9_0_623"/>
          <p:cNvSpPr txBox="1"/>
          <p:nvPr/>
        </p:nvSpPr>
        <p:spPr>
          <a:xfrm>
            <a:off x="1554133" y="736600"/>
            <a:ext cx="100611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Actividad N°8</a:t>
            </a:r>
            <a:r>
              <a:rPr lang="en" sz="2400">
                <a:solidFill>
                  <a:schemeClr val="dk1"/>
                </a:solidFill>
              </a:rPr>
              <a:t>: Idea/Solución</a:t>
            </a:r>
            <a:r>
              <a:rPr lang="en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526" name="Google Shape;526;g3210c04b1f9_0_623"/>
          <p:cNvSpPr/>
          <p:nvPr/>
        </p:nvSpPr>
        <p:spPr>
          <a:xfrm>
            <a:off x="1554133" y="2392233"/>
            <a:ext cx="10358400" cy="1055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27" name="Google Shape;527;g3210c04b1f9_0_623"/>
          <p:cNvSpPr txBox="1"/>
          <p:nvPr/>
        </p:nvSpPr>
        <p:spPr>
          <a:xfrm>
            <a:off x="1501433" y="2256433"/>
            <a:ext cx="2073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Solución:</a:t>
            </a:r>
            <a:r>
              <a:rPr lang="en" sz="1900">
                <a:solidFill>
                  <a:schemeClr val="dk2"/>
                </a:solidFill>
              </a:rPr>
              <a:t> </a:t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528" name="Google Shape;528;g3210c04b1f9_0_623"/>
          <p:cNvSpPr txBox="1"/>
          <p:nvPr/>
        </p:nvSpPr>
        <p:spPr>
          <a:xfrm>
            <a:off x="1521167" y="3533667"/>
            <a:ext cx="33108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Principales características </a:t>
            </a:r>
            <a:endParaRPr b="1" i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g3210c04b1f9_0_623"/>
          <p:cNvSpPr/>
          <p:nvPr/>
        </p:nvSpPr>
        <p:spPr>
          <a:xfrm>
            <a:off x="1554133" y="4878300"/>
            <a:ext cx="10358400" cy="1055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30" name="Google Shape;530;g3210c04b1f9_0_623"/>
          <p:cNvSpPr txBox="1"/>
          <p:nvPr/>
        </p:nvSpPr>
        <p:spPr>
          <a:xfrm>
            <a:off x="1603033" y="4761700"/>
            <a:ext cx="33108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Funcionalidades generales:  </a:t>
            </a:r>
            <a:endParaRPr b="1" i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210c04b1f9_0_755"/>
          <p:cNvSpPr/>
          <p:nvPr/>
        </p:nvSpPr>
        <p:spPr>
          <a:xfrm>
            <a:off x="1442725" y="335279"/>
            <a:ext cx="2775600" cy="86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36" name="Google Shape;536;g3210c04b1f9_0_755"/>
          <p:cNvSpPr/>
          <p:nvPr/>
        </p:nvSpPr>
        <p:spPr>
          <a:xfrm>
            <a:off x="4504267" y="371970"/>
            <a:ext cx="3422400" cy="234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05375" lIns="105375" spcFirstLastPara="1" rIns="105375" wrap="square" tIns="10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37" name="Google Shape;537;g3210c04b1f9_0_755"/>
          <p:cNvSpPr/>
          <p:nvPr/>
        </p:nvSpPr>
        <p:spPr>
          <a:xfrm>
            <a:off x="8155571" y="371970"/>
            <a:ext cx="3422400" cy="234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05375" lIns="105375" spcFirstLastPara="1" rIns="105375" wrap="square" tIns="10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38" name="Google Shape;538;g3210c04b1f9_0_755"/>
          <p:cNvSpPr txBox="1"/>
          <p:nvPr/>
        </p:nvSpPr>
        <p:spPr>
          <a:xfrm>
            <a:off x="4454708" y="270370"/>
            <a:ext cx="15204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375" lIns="105375" spcFirstLastPara="1" rIns="105375" wrap="square" tIns="105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Problema</a:t>
            </a:r>
            <a:endParaRPr i="1" sz="1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39" name="Google Shape;539;g3210c04b1f9_0_755"/>
          <p:cNvSpPr txBox="1"/>
          <p:nvPr/>
        </p:nvSpPr>
        <p:spPr>
          <a:xfrm>
            <a:off x="8109500" y="270367"/>
            <a:ext cx="25179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375" lIns="105375" spcFirstLastPara="1" rIns="105375" wrap="square" tIns="1053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Satisfactor </a:t>
            </a:r>
            <a:r>
              <a:rPr i="1" lang="en" sz="13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(cómo se resuelve actualmente el problema)</a:t>
            </a:r>
            <a:endParaRPr i="1" sz="13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40" name="Google Shape;540;g3210c04b1f9_0_755"/>
          <p:cNvSpPr/>
          <p:nvPr/>
        </p:nvSpPr>
        <p:spPr>
          <a:xfrm>
            <a:off x="852988" y="3656220"/>
            <a:ext cx="3422400" cy="242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05375" lIns="105375" spcFirstLastPara="1" rIns="105375" wrap="square" tIns="10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41" name="Google Shape;541;g3210c04b1f9_0_755"/>
          <p:cNvSpPr txBox="1"/>
          <p:nvPr/>
        </p:nvSpPr>
        <p:spPr>
          <a:xfrm>
            <a:off x="856654" y="3554620"/>
            <a:ext cx="25677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375" lIns="105375" spcFirstLastPara="1" rIns="105375" wrap="square" tIns="105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Solución</a:t>
            </a:r>
            <a:r>
              <a:rPr lang="en" sz="13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i="1" lang="en" sz="13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(cómo llega la solución)</a:t>
            </a:r>
            <a:endParaRPr i="1" sz="13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42" name="Google Shape;542;g3210c04b1f9_0_755"/>
          <p:cNvSpPr/>
          <p:nvPr/>
        </p:nvSpPr>
        <p:spPr>
          <a:xfrm>
            <a:off x="4504280" y="3656220"/>
            <a:ext cx="3422400" cy="242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05375" lIns="105375" spcFirstLastPara="1" rIns="105375" wrap="square" tIns="10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43" name="Google Shape;543;g3210c04b1f9_0_755"/>
          <p:cNvSpPr txBox="1"/>
          <p:nvPr/>
        </p:nvSpPr>
        <p:spPr>
          <a:xfrm>
            <a:off x="4507931" y="3554633"/>
            <a:ext cx="33204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375" lIns="105375" spcFirstLastPara="1" rIns="105375" wrap="square" tIns="105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Uso </a:t>
            </a:r>
            <a:r>
              <a:rPr i="1" lang="en" sz="13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(Cómo usa la solución)</a:t>
            </a:r>
            <a:endParaRPr i="1" sz="13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44" name="Google Shape;544;g3210c04b1f9_0_755"/>
          <p:cNvSpPr/>
          <p:nvPr/>
        </p:nvSpPr>
        <p:spPr>
          <a:xfrm>
            <a:off x="8155571" y="3656220"/>
            <a:ext cx="3422400" cy="242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05375" lIns="105375" spcFirstLastPara="1" rIns="105375" wrap="square" tIns="10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45" name="Google Shape;545;g3210c04b1f9_0_755"/>
          <p:cNvSpPr txBox="1"/>
          <p:nvPr/>
        </p:nvSpPr>
        <p:spPr>
          <a:xfrm>
            <a:off x="8159232" y="3554620"/>
            <a:ext cx="25677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375" lIns="105375" spcFirstLastPara="1" rIns="105375" wrap="square" tIns="105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Beneficios</a:t>
            </a:r>
            <a:endParaRPr i="1" sz="1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46" name="Google Shape;546;g3210c04b1f9_0_755"/>
          <p:cNvSpPr txBox="1"/>
          <p:nvPr/>
        </p:nvSpPr>
        <p:spPr>
          <a:xfrm>
            <a:off x="1472900" y="372633"/>
            <a:ext cx="22455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375" lIns="105375" spcFirstLastPara="1" rIns="105375" wrap="square" tIns="105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Actividad N°9: </a:t>
            </a:r>
            <a:r>
              <a:rPr b="1" lang="en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STORYBOARD</a:t>
            </a:r>
            <a:endParaRPr b="1"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</p:txBody>
      </p:sp>
      <p:sp>
        <p:nvSpPr>
          <p:cNvPr id="547" name="Google Shape;547;g3210c04b1f9_0_755"/>
          <p:cNvSpPr txBox="1"/>
          <p:nvPr/>
        </p:nvSpPr>
        <p:spPr>
          <a:xfrm>
            <a:off x="4504267" y="2722770"/>
            <a:ext cx="34224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375" lIns="105375" spcFirstLastPara="1" rIns="105375" wrap="square" tIns="10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Descripción: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g3210c04b1f9_0_755"/>
          <p:cNvSpPr txBox="1"/>
          <p:nvPr/>
        </p:nvSpPr>
        <p:spPr>
          <a:xfrm>
            <a:off x="8155573" y="2722770"/>
            <a:ext cx="34224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375" lIns="105375" spcFirstLastPara="1" rIns="105375" wrap="square" tIns="10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Descripción: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g3210c04b1f9_0_755"/>
          <p:cNvSpPr txBox="1"/>
          <p:nvPr/>
        </p:nvSpPr>
        <p:spPr>
          <a:xfrm>
            <a:off x="852960" y="6081420"/>
            <a:ext cx="34224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375" lIns="105375" spcFirstLastPara="1" rIns="105375" wrap="square" tIns="10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Descripción: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g3210c04b1f9_0_755"/>
          <p:cNvSpPr txBox="1"/>
          <p:nvPr/>
        </p:nvSpPr>
        <p:spPr>
          <a:xfrm>
            <a:off x="4504267" y="6081420"/>
            <a:ext cx="34224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375" lIns="105375" spcFirstLastPara="1" rIns="105375" wrap="square" tIns="10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Descripción: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g3210c04b1f9_0_755"/>
          <p:cNvSpPr txBox="1"/>
          <p:nvPr/>
        </p:nvSpPr>
        <p:spPr>
          <a:xfrm>
            <a:off x="8155545" y="6081420"/>
            <a:ext cx="34224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375" lIns="105375" spcFirstLastPara="1" rIns="105375" wrap="square" tIns="10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Descripción: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2" name="Google Shape;552;g3210c04b1f9_0_755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660317" y="988864"/>
            <a:ext cx="1110600" cy="111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g3210c04b1f9_0_755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9311467" y="974697"/>
            <a:ext cx="1110600" cy="111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g3210c04b1f9_0_755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2008900" y="4312730"/>
            <a:ext cx="1110600" cy="111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g3210c04b1f9_0_755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660183" y="4312730"/>
            <a:ext cx="1110600" cy="111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g3210c04b1f9_0_755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9246650" y="4312730"/>
            <a:ext cx="1110600" cy="111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g3210c04b1f9_0_7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67" y="201433"/>
            <a:ext cx="867133" cy="8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g3210c04b1f9_0_755"/>
          <p:cNvSpPr txBox="1"/>
          <p:nvPr/>
        </p:nvSpPr>
        <p:spPr>
          <a:xfrm>
            <a:off x="843267" y="1188733"/>
            <a:ext cx="35256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Instrucciones: </a:t>
            </a:r>
            <a:r>
              <a:rPr i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Deberás crear un storyboard completando cada recuadro con una imagen o dibujo en relación a la solución propuesta. Además, deberás describir cada imagen según corresponda.</a:t>
            </a:r>
            <a:endParaRPr i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Puedes utilizar herramientas análogas o digitales, por ejemplo: </a:t>
            </a:r>
            <a:r>
              <a:rPr b="1" i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Comic Factory Ai.</a:t>
            </a:r>
            <a:endParaRPr b="1" i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g32127ce18c5_0_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4068" y="-603492"/>
            <a:ext cx="2073317" cy="2073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g32127ce18c5_0_1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67" y="99833"/>
            <a:ext cx="867133" cy="8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g32127ce18c5_0_181"/>
          <p:cNvSpPr/>
          <p:nvPr/>
        </p:nvSpPr>
        <p:spPr>
          <a:xfrm>
            <a:off x="1457267" y="153967"/>
            <a:ext cx="8307600" cy="558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66" name="Google Shape;566;g32127ce18c5_0_181"/>
          <p:cNvSpPr txBox="1"/>
          <p:nvPr/>
        </p:nvSpPr>
        <p:spPr>
          <a:xfrm>
            <a:off x="1521200" y="95600"/>
            <a:ext cx="100611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Actividad N°10</a:t>
            </a:r>
            <a:r>
              <a:rPr lang="en" sz="2400">
                <a:solidFill>
                  <a:schemeClr val="dk1"/>
                </a:solidFill>
              </a:rPr>
              <a:t>: Pauta de Entrevistas</a:t>
            </a:r>
            <a:r>
              <a:rPr lang="en" sz="2400">
                <a:solidFill>
                  <a:schemeClr val="dk2"/>
                </a:solidFill>
              </a:rPr>
              <a:t> Para Testeo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567" name="Google Shape;567;g32127ce18c5_0_181"/>
          <p:cNvSpPr txBox="1"/>
          <p:nvPr/>
        </p:nvSpPr>
        <p:spPr>
          <a:xfrm>
            <a:off x="1457267" y="1063433"/>
            <a:ext cx="4681500" cy="380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121900" lIns="168000" spcFirstLastPara="1" rIns="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Preguntas a realizar:</a:t>
            </a:r>
            <a:endParaRPr b="1" i="1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1.-</a:t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2.-</a:t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3.-</a:t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4.-</a:t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5.-</a:t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68" name="Google Shape;568;g32127ce18c5_0_181"/>
          <p:cNvSpPr txBox="1"/>
          <p:nvPr/>
        </p:nvSpPr>
        <p:spPr>
          <a:xfrm>
            <a:off x="1457267" y="5025267"/>
            <a:ext cx="4681500" cy="171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121900" lIns="168000" spcFirstLastPara="1" rIns="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Descripción general del perfil de usuario que validará:</a:t>
            </a:r>
            <a:endParaRPr i="1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69" name="Google Shape;569;g32127ce18c5_0_181"/>
          <p:cNvSpPr txBox="1"/>
          <p:nvPr/>
        </p:nvSpPr>
        <p:spPr>
          <a:xfrm>
            <a:off x="6305600" y="1066800"/>
            <a:ext cx="5571600" cy="567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121900" lIns="168000" spcFirstLastPara="1" rIns="0" wrap="square" tIns="12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Imagen del prototipo:</a:t>
            </a:r>
            <a:endParaRPr b="1" i="1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70" name="Google Shape;570;g32127ce18c5_0_181"/>
          <p:cNvSpPr txBox="1"/>
          <p:nvPr/>
        </p:nvSpPr>
        <p:spPr>
          <a:xfrm>
            <a:off x="1354000" y="605167"/>
            <a:ext cx="105933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Priorizar preguntas abiertas que permitan a las personas contar historias.</a:t>
            </a:r>
            <a:endParaRPr i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g32127ce18c5_0_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4068" y="-603492"/>
            <a:ext cx="2073317" cy="2073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g32127ce18c5_0_1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67" y="99833"/>
            <a:ext cx="867133" cy="8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g32127ce18c5_0_192"/>
          <p:cNvSpPr/>
          <p:nvPr/>
        </p:nvSpPr>
        <p:spPr>
          <a:xfrm>
            <a:off x="1457267" y="170433"/>
            <a:ext cx="7942800" cy="558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78" name="Google Shape;578;g32127ce18c5_0_192"/>
          <p:cNvSpPr txBox="1"/>
          <p:nvPr/>
        </p:nvSpPr>
        <p:spPr>
          <a:xfrm>
            <a:off x="1521200" y="95600"/>
            <a:ext cx="100611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Actividad N°11</a:t>
            </a:r>
            <a:r>
              <a:rPr lang="en" sz="2400">
                <a:solidFill>
                  <a:schemeClr val="dk1"/>
                </a:solidFill>
              </a:rPr>
              <a:t>: Análisis de Resultados de Testeo </a:t>
            </a:r>
            <a:r>
              <a:rPr lang="en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579" name="Google Shape;579;g32127ce18c5_0_192"/>
          <p:cNvSpPr/>
          <p:nvPr/>
        </p:nvSpPr>
        <p:spPr>
          <a:xfrm>
            <a:off x="6694667" y="1292233"/>
            <a:ext cx="5252400" cy="5408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2127ce18c5_0_192"/>
          <p:cNvSpPr/>
          <p:nvPr/>
        </p:nvSpPr>
        <p:spPr>
          <a:xfrm>
            <a:off x="1331133" y="1292233"/>
            <a:ext cx="5252400" cy="2731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2127ce18c5_0_192"/>
          <p:cNvSpPr/>
          <p:nvPr/>
        </p:nvSpPr>
        <p:spPr>
          <a:xfrm>
            <a:off x="1331133" y="4171676"/>
            <a:ext cx="5252400" cy="252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2127ce18c5_0_192"/>
          <p:cNvSpPr txBox="1"/>
          <p:nvPr/>
        </p:nvSpPr>
        <p:spPr>
          <a:xfrm>
            <a:off x="1386333" y="1317901"/>
            <a:ext cx="4549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highlight>
                  <a:srgbClr val="FFC000"/>
                </a:highlight>
                <a:latin typeface="Roboto"/>
                <a:ea typeface="Roboto"/>
                <a:cs typeface="Roboto"/>
                <a:sym typeface="Roboto"/>
              </a:rPr>
              <a:t>RESULTADOS: </a:t>
            </a:r>
            <a:endParaRPr b="1" i="0" sz="1200" u="none" cap="none" strike="noStrike">
              <a:solidFill>
                <a:srgbClr val="000000"/>
              </a:solidFill>
              <a:highlight>
                <a:srgbClr val="FFC00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¿CUÁLES SON LOS RESULTADOS QUE SATURAN ENTRE LAS DISTINTAS RESPUESTAS DE VALIDACIÓN?</a:t>
            </a:r>
            <a:endParaRPr b="1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1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Sintetizar principales coincidencias o hallazgos.</a:t>
            </a:r>
            <a:endParaRPr b="1" i="1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83" name="Google Shape;583;g32127ce18c5_0_192"/>
          <p:cNvSpPr txBox="1"/>
          <p:nvPr/>
        </p:nvSpPr>
        <p:spPr>
          <a:xfrm>
            <a:off x="6814233" y="1317902"/>
            <a:ext cx="4549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highlight>
                  <a:srgbClr val="FFC000"/>
                </a:highlight>
                <a:latin typeface="Cabin"/>
                <a:ea typeface="Cabin"/>
                <a:cs typeface="Cabin"/>
                <a:sym typeface="Cabin"/>
              </a:rPr>
              <a:t>A</a:t>
            </a:r>
            <a:r>
              <a:rPr b="1" i="0" lang="en" sz="1200" u="none" cap="none" strike="noStrike">
                <a:solidFill>
                  <a:srgbClr val="000000"/>
                </a:solidFill>
                <a:highlight>
                  <a:srgbClr val="FFC000"/>
                </a:highlight>
                <a:latin typeface="Roboto"/>
                <a:ea typeface="Roboto"/>
                <a:cs typeface="Roboto"/>
                <a:sym typeface="Roboto"/>
              </a:rPr>
              <a:t>NÁLISIS: </a:t>
            </a:r>
            <a:endParaRPr b="1" i="0" sz="1200" u="none" cap="none" strike="noStrike">
              <a:solidFill>
                <a:srgbClr val="000000"/>
              </a:solidFill>
              <a:highlight>
                <a:srgbClr val="FFC00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¿QUÉ ANÁLISIS HACE EL EQUIPO DE LAS RESPUESTAS Y OPINIONES OBTENIDAS?</a:t>
            </a:r>
            <a:endParaRPr b="1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Fundamentar la validación de la propuesta.</a:t>
            </a:r>
            <a:endParaRPr i="1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84" name="Google Shape;584;g32127ce18c5_0_192"/>
          <p:cNvSpPr txBox="1"/>
          <p:nvPr/>
        </p:nvSpPr>
        <p:spPr>
          <a:xfrm>
            <a:off x="1413733" y="4216910"/>
            <a:ext cx="5087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highlight>
                  <a:srgbClr val="FFC000"/>
                </a:highlight>
                <a:latin typeface="Roboto"/>
                <a:ea typeface="Roboto"/>
                <a:cs typeface="Roboto"/>
                <a:sym typeface="Roboto"/>
              </a:rPr>
              <a:t>OBSERVACIONES:</a:t>
            </a:r>
            <a:endParaRPr b="1" i="0" sz="1200" u="none" cap="none" strike="noStrike">
              <a:solidFill>
                <a:srgbClr val="000000"/>
              </a:solidFill>
              <a:highlight>
                <a:srgbClr val="FFC00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¿QUÉ OPINIONES SON RELEVANTES O DESTACAN ENTRE LAS DIVERSAS RESPUESTAS?</a:t>
            </a:r>
            <a:endParaRPr b="1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1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Puede analizar respuestas específicas o citar frases o respuestas clave de algún usuario clave.</a:t>
            </a:r>
            <a:endParaRPr b="1" i="1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85" name="Google Shape;585;g32127ce18c5_0_192"/>
          <p:cNvSpPr txBox="1"/>
          <p:nvPr/>
        </p:nvSpPr>
        <p:spPr>
          <a:xfrm>
            <a:off x="1354000" y="706767"/>
            <a:ext cx="105933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Tras la aplicación de las pauta de entrevistas deberás realizar un análisis de los resultados obtenidos:</a:t>
            </a:r>
            <a:r>
              <a:rPr lang="en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g32127ce18c5_0_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4068" y="-603492"/>
            <a:ext cx="2073317" cy="2073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g32127ce18c5_0_2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67" y="99833"/>
            <a:ext cx="867133" cy="8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g32127ce18c5_0_206"/>
          <p:cNvSpPr/>
          <p:nvPr/>
        </p:nvSpPr>
        <p:spPr>
          <a:xfrm>
            <a:off x="1457267" y="170433"/>
            <a:ext cx="8307600" cy="5583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93" name="Google Shape;593;g32127ce18c5_0_206"/>
          <p:cNvSpPr txBox="1"/>
          <p:nvPr/>
        </p:nvSpPr>
        <p:spPr>
          <a:xfrm>
            <a:off x="1521200" y="95600"/>
            <a:ext cx="100611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Actividad N°12</a:t>
            </a:r>
            <a:r>
              <a:rPr lang="en" sz="2400">
                <a:solidFill>
                  <a:schemeClr val="dk1"/>
                </a:solidFill>
              </a:rPr>
              <a:t>: Propuesta de Mejora </a:t>
            </a:r>
            <a:r>
              <a:rPr lang="en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  <p:graphicFrame>
        <p:nvGraphicFramePr>
          <p:cNvPr id="594" name="Google Shape;594;g32127ce18c5_0_206"/>
          <p:cNvGraphicFramePr/>
          <p:nvPr/>
        </p:nvGraphicFramePr>
        <p:xfrm>
          <a:off x="341167" y="11906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{664B9E84-D1A6-4562-8E1E-CA39BC12AF23}</a:tableStyleId>
              </a:tblPr>
              <a:tblGrid>
                <a:gridCol w="11592425"/>
              </a:tblGrid>
              <a:tr h="107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121900" marL="121900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121900" marL="121900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121900" marL="121900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121900" marL="121900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121900" marL="121900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5" name="Google Shape;595;g32127ce18c5_0_206"/>
          <p:cNvSpPr txBox="1"/>
          <p:nvPr/>
        </p:nvSpPr>
        <p:spPr>
          <a:xfrm>
            <a:off x="315133" y="2164650"/>
            <a:ext cx="83883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INDICAR LAS NUEVAS VARIABLES A CONSIDERAR:</a:t>
            </a:r>
            <a:endParaRPr b="1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1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(Describir qué elementos debería incluir una propuesta mejorada)</a:t>
            </a:r>
            <a:endParaRPr i="1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" name="Google Shape;596;g32127ce18c5_0_206"/>
          <p:cNvSpPr txBox="1"/>
          <p:nvPr/>
        </p:nvSpPr>
        <p:spPr>
          <a:xfrm>
            <a:off x="315133" y="5485367"/>
            <a:ext cx="105417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HERRAMIENTAS / TÉCNICAS / TECNOLOGÍAS / PERSONAS EXTERNAS NECESARIOS PARA PROTOTIPAR NUEVAMENTE A FUTURO:</a:t>
            </a:r>
            <a:endParaRPr b="1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1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(Describir)</a:t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g32127ce18c5_0_206"/>
          <p:cNvSpPr txBox="1"/>
          <p:nvPr/>
        </p:nvSpPr>
        <p:spPr>
          <a:xfrm>
            <a:off x="315133" y="1107167"/>
            <a:ext cx="102567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OBSERVACIONES CONSIDERADAS TRAS LA VALIDACIÓN, PARA GENERAR CAMBIOS EN LA PROPUESTA:</a:t>
            </a:r>
            <a:endParaRPr b="1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1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(Describir)</a:t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g32127ce18c5_0_206"/>
          <p:cNvSpPr txBox="1"/>
          <p:nvPr/>
        </p:nvSpPr>
        <p:spPr>
          <a:xfrm>
            <a:off x="315133" y="3228933"/>
            <a:ext cx="105417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CARACTERÍSTICAS DEL PROTOTIPO NUEVO:</a:t>
            </a:r>
            <a:endParaRPr b="1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1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(Fundamentar las nuevas funcionalidades/interacciones/operaciones)</a:t>
            </a:r>
            <a:endParaRPr i="1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g32127ce18c5_0_206"/>
          <p:cNvSpPr txBox="1"/>
          <p:nvPr/>
        </p:nvSpPr>
        <p:spPr>
          <a:xfrm>
            <a:off x="315133" y="4293217"/>
            <a:ext cx="105417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FUNDAMENTAR LA RELEVANCIA DE LOS CAMBIOS PROPUESTOS O LA PERTINENCIA DE SU MODIFICACIÓN</a:t>
            </a:r>
            <a:endParaRPr b="1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1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(Describir)</a:t>
            </a:r>
            <a:endParaRPr i="1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g32127ce18c5_0_206"/>
          <p:cNvSpPr txBox="1"/>
          <p:nvPr/>
        </p:nvSpPr>
        <p:spPr>
          <a:xfrm>
            <a:off x="1355667" y="627233"/>
            <a:ext cx="10415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Finalmente deberás plantear una propuesta de mejora registrando la siguiente información</a:t>
            </a:r>
            <a:r>
              <a:rPr lang="en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" sz="1900">
                <a:solidFill>
                  <a:schemeClr val="dk2"/>
                </a:solidFill>
              </a:rPr>
              <a:t> </a:t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g31e1a4ee5b3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984" y="-493373"/>
            <a:ext cx="2286006" cy="2286006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g31e1a4ee5b3_0_3"/>
          <p:cNvSpPr txBox="1"/>
          <p:nvPr/>
        </p:nvSpPr>
        <p:spPr>
          <a:xfrm>
            <a:off x="2129681" y="3055713"/>
            <a:ext cx="4164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9B9B9B"/>
                </a:solidFill>
                <a:latin typeface="Roboto"/>
                <a:ea typeface="Roboto"/>
                <a:cs typeface="Roboto"/>
                <a:sym typeface="Roboto"/>
              </a:rPr>
              <a:t>BITÁCORA</a:t>
            </a:r>
            <a:r>
              <a:rPr b="1" i="0" lang="en" sz="3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3800" u="none" cap="none" strike="noStrike">
                <a:solidFill>
                  <a:srgbClr val="EF8600"/>
                </a:solidFill>
                <a:latin typeface="Roboto"/>
                <a:ea typeface="Roboto"/>
                <a:cs typeface="Roboto"/>
                <a:sym typeface="Roboto"/>
              </a:rPr>
              <a:t>EA1</a:t>
            </a:r>
            <a:endParaRPr/>
          </a:p>
        </p:txBody>
      </p:sp>
      <p:cxnSp>
        <p:nvCxnSpPr>
          <p:cNvPr id="607" name="Google Shape;607;g31e1a4ee5b3_0_3"/>
          <p:cNvCxnSpPr/>
          <p:nvPr/>
        </p:nvCxnSpPr>
        <p:spPr>
          <a:xfrm>
            <a:off x="2222861" y="4081984"/>
            <a:ext cx="3642300" cy="0"/>
          </a:xfrm>
          <a:prstGeom prst="straightConnector1">
            <a:avLst/>
          </a:prstGeom>
          <a:noFill/>
          <a:ln cap="flat" cmpd="sng" w="9525">
            <a:solidFill>
              <a:srgbClr val="FDA7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8" name="Google Shape;608;g31e1a4ee5b3_0_3"/>
          <p:cNvSpPr txBox="1"/>
          <p:nvPr/>
        </p:nvSpPr>
        <p:spPr>
          <a:xfrm>
            <a:off x="2168178" y="4075796"/>
            <a:ext cx="219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BIY - 1101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g31e1a4ee5b3_0_3"/>
          <p:cNvSpPr txBox="1"/>
          <p:nvPr/>
        </p:nvSpPr>
        <p:spPr>
          <a:xfrm>
            <a:off x="2129681" y="3531739"/>
            <a:ext cx="67044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2400" u="none" cap="none" strike="noStrike">
                <a:solidFill>
                  <a:srgbClr val="0000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BASES DE INNOVACIÓN</a:t>
            </a:r>
            <a:endParaRPr b="1" i="0" sz="2400" u="none" cap="none" strike="noStrike">
              <a:solidFill>
                <a:srgbClr val="00002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A06B26220EBB4D9BE65A30CA11F66E" ma:contentTypeVersion="14" ma:contentTypeDescription="Crear nuevo documento." ma:contentTypeScope="" ma:versionID="4b52e62b611dcdf29f427296ee75b61c">
  <xsd:schema xmlns:xsd="http://www.w3.org/2001/XMLSchema" xmlns:xs="http://www.w3.org/2001/XMLSchema" xmlns:p="http://schemas.microsoft.com/office/2006/metadata/properties" xmlns:ns2="d24ddc22-0ba6-40e6-b8c5-bac8505fbea3" xmlns:ns3="98c3be56-881a-4563-8baf-71e8c4e814b5" targetNamespace="http://schemas.microsoft.com/office/2006/metadata/properties" ma:root="true" ma:fieldsID="72d9ba1f4c1c36462353d454b01c6533" ns2:_="" ns3:_="">
    <xsd:import namespace="d24ddc22-0ba6-40e6-b8c5-bac8505fbea3"/>
    <xsd:import namespace="98c3be56-881a-4563-8baf-71e8c4e814b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4ddc22-0ba6-40e6-b8c5-bac8505fbea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517a0cb-b9c9-4c2c-b2b4-e4ed7ab7aa15}" ma:internalName="TaxCatchAll" ma:showField="CatchAllData" ma:web="d24ddc22-0ba6-40e6-b8c5-bac8505fbe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c3be56-881a-4563-8baf-71e8c4e814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8c3be56-881a-4563-8baf-71e8c4e814b5">
      <Terms xmlns="http://schemas.microsoft.com/office/infopath/2007/PartnerControls"/>
    </lcf76f155ced4ddcb4097134ff3c332f>
    <TaxCatchAll xmlns="d24ddc22-0ba6-40e6-b8c5-bac8505fbea3" xsi:nil="true"/>
  </documentManagement>
</p:properties>
</file>

<file path=customXml/itemProps1.xml><?xml version="1.0" encoding="utf-8"?>
<ds:datastoreItem xmlns:ds="http://schemas.openxmlformats.org/officeDocument/2006/customXml" ds:itemID="{74CEA9DB-706E-47E0-9913-AFDADF7240F8}"/>
</file>

<file path=customXml/itemProps2.xml><?xml version="1.0" encoding="utf-8"?>
<ds:datastoreItem xmlns:ds="http://schemas.openxmlformats.org/officeDocument/2006/customXml" ds:itemID="{4A3ED6FD-02C4-46B6-8A43-31AEAD27D0EF}"/>
</file>

<file path=customXml/itemProps3.xml><?xml version="1.0" encoding="utf-8"?>
<ds:datastoreItem xmlns:ds="http://schemas.openxmlformats.org/officeDocument/2006/customXml" ds:itemID="{293A142C-2433-41A9-8C6C-F4B9E08AD130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CETECOM</dc:creator>
  <dcterms:created xsi:type="dcterms:W3CDTF">2024-10-16T16:23:59Z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0x010100F8A06B26220EBB4D9BE65A30CA11F66E</vt:lpwstr>
  </property>
</Properties>
</file>